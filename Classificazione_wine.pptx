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omments/modernComment_108_0.xml" ContentType="application/vnd.ms-powerpoint.comments+xml"/>
  <Override PartName="/ppt/comments/modernComment_10C_77637066.xml" ContentType="application/vnd.ms-powerpoint.comments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71" r:id="rId2"/>
    <p:sldId id="257" r:id="rId3"/>
    <p:sldId id="258" r:id="rId4"/>
    <p:sldId id="259" r:id="rId5"/>
    <p:sldId id="260" r:id="rId6"/>
    <p:sldId id="261" r:id="rId7"/>
    <p:sldId id="266" r:id="rId8"/>
    <p:sldId id="263" r:id="rId9"/>
    <p:sldId id="264" r:id="rId10"/>
    <p:sldId id="267" r:id="rId11"/>
    <p:sldId id="268" r:id="rId12"/>
    <p:sldId id="269" r:id="rId13"/>
    <p:sldId id="270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FCA2978-F8D1-778A-DEA3-74FCECBA0F17}" name="Claudia Nepa" initials="CN" userId="ddea735df1512ebe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0"/>
    <p:restoredTop sz="94681"/>
  </p:normalViewPr>
  <p:slideViewPr>
    <p:cSldViewPr snapToGrid="0" snapToObjects="1">
      <p:cViewPr>
        <p:scale>
          <a:sx n="93" d="100"/>
          <a:sy n="93" d="100"/>
        </p:scale>
        <p:origin x="432" y="6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omments/modernComment_10C_7763706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D2C36F1-1F91-7B4B-8548-8AC6E7B9CC83}" authorId="{EFCA2978-F8D1-778A-DEA3-74FCECBA0F17}" created="2026-04-28T15:56:42.179">
    <pc:sldMkLst xmlns:pc="http://schemas.microsoft.com/office/powerpoint/2013/main/command">
      <pc:docMk/>
      <pc:sldMk cId="2003005542" sldId="268"/>
    </pc:sldMkLst>
    <p188:txBody>
      <a:bodyPr/>
      <a:lstStyle/>
      <a:p>
        <a:r>
          <a:rPr lang="en-IT"/>
          <a:t>da rivedere la sequenza della conversione fino a predizione</a:t>
        </a:r>
      </a:p>
    </p188:txBody>
  </p188:cm>
</p188:cmLst>
</file>

<file path=ppt/comments/modernComment_108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5766AAD-C42E-5F4A-9910-C6946F8217F9}" authorId="{EFCA2978-F8D1-778A-DEA3-74FCECBA0F17}" created="2026-04-28T15:52:26.302">
    <pc:sldMkLst xmlns:pc="http://schemas.microsoft.com/office/powerpoint/2013/main/command">
      <pc:docMk/>
      <pc:sldMk cId="0" sldId="264"/>
    </pc:sldMkLst>
    <p188:txBody>
      <a:bodyPr/>
      <a:lstStyle/>
      <a:p>
        <a:r>
          <a:rPr lang="en-IT"/>
          <a:t>da migliorare la separazione tra knn e mlr negli score</a:t>
        </a:r>
      </a:p>
    </p188:txBody>
  </p188:cm>
</p188:cmLst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4" Type="http://schemas.openxmlformats.org/officeDocument/2006/relationships/image" Target="../media/image8.svg"/></Relationships>
</file>

<file path=ppt/diagrams/_rels/data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image" Target="../media/image9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image" Target="../media/image16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4" Type="http://schemas.openxmlformats.org/officeDocument/2006/relationships/image" Target="../media/image8.svg"/></Relationships>
</file>

<file path=ppt/diagrams/_rels/drawing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image" Target="../media/image9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image" Target="../media/image16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123C54A-1D55-4998-9395-64B97329D797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2016A1BC-5D46-4DA3-B59A-9A6440DEC8BC}">
      <dgm:prSet/>
      <dgm:spPr/>
      <dgm:t>
        <a:bodyPr/>
        <a:lstStyle/>
        <a:p>
          <a:r>
            <a:rPr lang="en-US"/>
            <a:t>Predire la classe del vino (3 classi) da feature chimico-fisiche</a:t>
          </a:r>
        </a:p>
      </dgm:t>
    </dgm:pt>
    <dgm:pt modelId="{3119EF6E-D2AE-4DDC-8D56-FA5CF19F1984}" type="parTrans" cxnId="{65919C98-0A60-4421-A425-BA56B0187251}">
      <dgm:prSet/>
      <dgm:spPr/>
      <dgm:t>
        <a:bodyPr/>
        <a:lstStyle/>
        <a:p>
          <a:endParaRPr lang="en-US"/>
        </a:p>
      </dgm:t>
    </dgm:pt>
    <dgm:pt modelId="{9E739DD7-C321-4DB4-95DF-BF8D1E765677}" type="sibTrans" cxnId="{65919C98-0A60-4421-A425-BA56B0187251}">
      <dgm:prSet/>
      <dgm:spPr/>
      <dgm:t>
        <a:bodyPr/>
        <a:lstStyle/>
        <a:p>
          <a:endParaRPr lang="en-US"/>
        </a:p>
      </dgm:t>
    </dgm:pt>
    <dgm:pt modelId="{FEAD2CE8-6A0A-4394-B1F9-4A52C380F08F}">
      <dgm:prSet/>
      <dgm:spPr/>
      <dgm:t>
        <a:bodyPr/>
        <a:lstStyle/>
        <a:p>
          <a:r>
            <a:rPr lang="en-US"/>
            <a:t>Task: multi-class classification supervisionata</a:t>
          </a:r>
        </a:p>
      </dgm:t>
    </dgm:pt>
    <dgm:pt modelId="{9C78D0C5-66CD-4F4C-9A41-AA82EE52B998}" type="parTrans" cxnId="{A24A6D9A-4FCF-4A38-AF1A-A10167E51B48}">
      <dgm:prSet/>
      <dgm:spPr/>
      <dgm:t>
        <a:bodyPr/>
        <a:lstStyle/>
        <a:p>
          <a:endParaRPr lang="en-US"/>
        </a:p>
      </dgm:t>
    </dgm:pt>
    <dgm:pt modelId="{57900241-BC6E-4059-A71D-9BCF88B56798}" type="sibTrans" cxnId="{A24A6D9A-4FCF-4A38-AF1A-A10167E51B48}">
      <dgm:prSet/>
      <dgm:spPr/>
      <dgm:t>
        <a:bodyPr/>
        <a:lstStyle/>
        <a:p>
          <a:endParaRPr lang="en-US"/>
        </a:p>
      </dgm:t>
    </dgm:pt>
    <dgm:pt modelId="{2FBEE023-F17D-4689-B44F-ED3B7B55391F}">
      <dgm:prSet/>
      <dgm:spPr/>
      <dgm:t>
        <a:bodyPr/>
        <a:lstStyle/>
        <a:p>
          <a:r>
            <a:rPr lang="en-US" dirty="0"/>
            <a:t>Output: </a:t>
          </a:r>
          <a:r>
            <a:rPr lang="en-US" dirty="0" err="1"/>
            <a:t>etichetta</a:t>
          </a:r>
          <a:r>
            <a:rPr lang="en-US" dirty="0"/>
            <a:t> di </a:t>
          </a:r>
          <a:r>
            <a:rPr lang="en-US" dirty="0" err="1"/>
            <a:t>classe</a:t>
          </a:r>
          <a:r>
            <a:rPr lang="en-US" dirty="0"/>
            <a:t> (0/1/2)</a:t>
          </a:r>
        </a:p>
      </dgm:t>
    </dgm:pt>
    <dgm:pt modelId="{E22F6FC1-6D54-4F58-AE29-FEF591FD4654}" type="parTrans" cxnId="{360D79DD-B117-4364-A4DF-4F88D2BA915D}">
      <dgm:prSet/>
      <dgm:spPr/>
      <dgm:t>
        <a:bodyPr/>
        <a:lstStyle/>
        <a:p>
          <a:endParaRPr lang="en-US"/>
        </a:p>
      </dgm:t>
    </dgm:pt>
    <dgm:pt modelId="{7A4E75C0-3F14-4826-9F1E-AD2C77C8C3F3}" type="sibTrans" cxnId="{360D79DD-B117-4364-A4DF-4F88D2BA915D}">
      <dgm:prSet/>
      <dgm:spPr/>
      <dgm:t>
        <a:bodyPr/>
        <a:lstStyle/>
        <a:p>
          <a:endParaRPr lang="en-US"/>
        </a:p>
      </dgm:t>
    </dgm:pt>
    <dgm:pt modelId="{CEA908AD-5B5B-4586-BCB9-96DC2E5B934B}" type="pres">
      <dgm:prSet presAssocID="{F123C54A-1D55-4998-9395-64B97329D797}" presName="root" presStyleCnt="0">
        <dgm:presLayoutVars>
          <dgm:dir/>
          <dgm:resizeHandles val="exact"/>
        </dgm:presLayoutVars>
      </dgm:prSet>
      <dgm:spPr/>
    </dgm:pt>
    <dgm:pt modelId="{728ACAB6-B1E3-44DD-8348-C5F179192C69}" type="pres">
      <dgm:prSet presAssocID="{2016A1BC-5D46-4DA3-B59A-9A6440DEC8BC}" presName="compNode" presStyleCnt="0"/>
      <dgm:spPr/>
    </dgm:pt>
    <dgm:pt modelId="{9F0CDDF6-50F4-4015-9F43-A1B950638B40}" type="pres">
      <dgm:prSet presAssocID="{2016A1BC-5D46-4DA3-B59A-9A6440DEC8BC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 Bubble"/>
        </a:ext>
      </dgm:extLst>
    </dgm:pt>
    <dgm:pt modelId="{6BBF8B84-59AB-442C-940F-8DB09E2E8831}" type="pres">
      <dgm:prSet presAssocID="{2016A1BC-5D46-4DA3-B59A-9A6440DEC8BC}" presName="spaceRect" presStyleCnt="0"/>
      <dgm:spPr/>
    </dgm:pt>
    <dgm:pt modelId="{94C4EEF3-98C4-493E-8476-7EB3C3BAB71C}" type="pres">
      <dgm:prSet presAssocID="{2016A1BC-5D46-4DA3-B59A-9A6440DEC8BC}" presName="textRect" presStyleLbl="revTx" presStyleIdx="0" presStyleCnt="3">
        <dgm:presLayoutVars>
          <dgm:chMax val="1"/>
          <dgm:chPref val="1"/>
        </dgm:presLayoutVars>
      </dgm:prSet>
      <dgm:spPr/>
    </dgm:pt>
    <dgm:pt modelId="{A08B9A0B-898B-40A6-BE11-6FB3CF513C01}" type="pres">
      <dgm:prSet presAssocID="{9E739DD7-C321-4DB4-95DF-BF8D1E765677}" presName="sibTrans" presStyleCnt="0"/>
      <dgm:spPr/>
    </dgm:pt>
    <dgm:pt modelId="{D4075728-1058-4194-B714-9EE990B03974}" type="pres">
      <dgm:prSet presAssocID="{FEAD2CE8-6A0A-4394-B1F9-4A52C380F08F}" presName="compNode" presStyleCnt="0"/>
      <dgm:spPr/>
    </dgm:pt>
    <dgm:pt modelId="{35F11160-9408-463F-AB64-B23FB86DB85A}" type="pres">
      <dgm:prSet presAssocID="{FEAD2CE8-6A0A-4394-B1F9-4A52C380F08F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49A513A7-1057-41EF-BF2E-313F34D97267}" type="pres">
      <dgm:prSet presAssocID="{FEAD2CE8-6A0A-4394-B1F9-4A52C380F08F}" presName="spaceRect" presStyleCnt="0"/>
      <dgm:spPr/>
    </dgm:pt>
    <dgm:pt modelId="{940FC138-910A-46FD-9D7A-EFEF5271E332}" type="pres">
      <dgm:prSet presAssocID="{FEAD2CE8-6A0A-4394-B1F9-4A52C380F08F}" presName="textRect" presStyleLbl="revTx" presStyleIdx="1" presStyleCnt="3">
        <dgm:presLayoutVars>
          <dgm:chMax val="1"/>
          <dgm:chPref val="1"/>
        </dgm:presLayoutVars>
      </dgm:prSet>
      <dgm:spPr/>
    </dgm:pt>
    <dgm:pt modelId="{0C5EDF7D-A4B7-4FF8-8318-B9BC966795EB}" type="pres">
      <dgm:prSet presAssocID="{57900241-BC6E-4059-A71D-9BCF88B56798}" presName="sibTrans" presStyleCnt="0"/>
      <dgm:spPr/>
    </dgm:pt>
    <dgm:pt modelId="{47F9E739-0CED-4EF0-87B7-656E41E51882}" type="pres">
      <dgm:prSet presAssocID="{2FBEE023-F17D-4689-B44F-ED3B7B55391F}" presName="compNode" presStyleCnt="0"/>
      <dgm:spPr/>
    </dgm:pt>
    <dgm:pt modelId="{FF282DC0-0851-4324-B656-B7DC8A084CB0}" type="pres">
      <dgm:prSet presAssocID="{2FBEE023-F17D-4689-B44F-ED3B7B55391F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4DCB1F4E-F084-4E9F-AED6-0B976857F952}" type="pres">
      <dgm:prSet presAssocID="{2FBEE023-F17D-4689-B44F-ED3B7B55391F}" presName="spaceRect" presStyleCnt="0"/>
      <dgm:spPr/>
    </dgm:pt>
    <dgm:pt modelId="{5490CC29-EA9A-412B-AFEE-E5A3161944B6}" type="pres">
      <dgm:prSet presAssocID="{2FBEE023-F17D-4689-B44F-ED3B7B55391F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B678FD1B-F722-41F6-B36E-4C51DAD4BC2C}" type="presOf" srcId="{2FBEE023-F17D-4689-B44F-ED3B7B55391F}" destId="{5490CC29-EA9A-412B-AFEE-E5A3161944B6}" srcOrd="0" destOrd="0" presId="urn:microsoft.com/office/officeart/2018/2/layout/IconLabelList"/>
    <dgm:cxn modelId="{47580435-82C7-49FE-B02B-EF76FCD9D46A}" type="presOf" srcId="{F123C54A-1D55-4998-9395-64B97329D797}" destId="{CEA908AD-5B5B-4586-BCB9-96DC2E5B934B}" srcOrd="0" destOrd="0" presId="urn:microsoft.com/office/officeart/2018/2/layout/IconLabelList"/>
    <dgm:cxn modelId="{0F5BF648-A933-440E-8022-58B6265EDD98}" type="presOf" srcId="{FEAD2CE8-6A0A-4394-B1F9-4A52C380F08F}" destId="{940FC138-910A-46FD-9D7A-EFEF5271E332}" srcOrd="0" destOrd="0" presId="urn:microsoft.com/office/officeart/2018/2/layout/IconLabelList"/>
    <dgm:cxn modelId="{8E440172-36DB-421E-B1A3-53EC70468D25}" type="presOf" srcId="{2016A1BC-5D46-4DA3-B59A-9A6440DEC8BC}" destId="{94C4EEF3-98C4-493E-8476-7EB3C3BAB71C}" srcOrd="0" destOrd="0" presId="urn:microsoft.com/office/officeart/2018/2/layout/IconLabelList"/>
    <dgm:cxn modelId="{65919C98-0A60-4421-A425-BA56B0187251}" srcId="{F123C54A-1D55-4998-9395-64B97329D797}" destId="{2016A1BC-5D46-4DA3-B59A-9A6440DEC8BC}" srcOrd="0" destOrd="0" parTransId="{3119EF6E-D2AE-4DDC-8D56-FA5CF19F1984}" sibTransId="{9E739DD7-C321-4DB4-95DF-BF8D1E765677}"/>
    <dgm:cxn modelId="{A24A6D9A-4FCF-4A38-AF1A-A10167E51B48}" srcId="{F123C54A-1D55-4998-9395-64B97329D797}" destId="{FEAD2CE8-6A0A-4394-B1F9-4A52C380F08F}" srcOrd="1" destOrd="0" parTransId="{9C78D0C5-66CD-4F4C-9A41-AA82EE52B998}" sibTransId="{57900241-BC6E-4059-A71D-9BCF88B56798}"/>
    <dgm:cxn modelId="{360D79DD-B117-4364-A4DF-4F88D2BA915D}" srcId="{F123C54A-1D55-4998-9395-64B97329D797}" destId="{2FBEE023-F17D-4689-B44F-ED3B7B55391F}" srcOrd="2" destOrd="0" parTransId="{E22F6FC1-6D54-4F58-AE29-FEF591FD4654}" sibTransId="{7A4E75C0-3F14-4826-9F1E-AD2C77C8C3F3}"/>
    <dgm:cxn modelId="{6AF4638D-B87C-4814-8418-DFBF388D91D9}" type="presParOf" srcId="{CEA908AD-5B5B-4586-BCB9-96DC2E5B934B}" destId="{728ACAB6-B1E3-44DD-8348-C5F179192C69}" srcOrd="0" destOrd="0" presId="urn:microsoft.com/office/officeart/2018/2/layout/IconLabelList"/>
    <dgm:cxn modelId="{0E4D5DA6-0526-4652-A685-9CC4135CF323}" type="presParOf" srcId="{728ACAB6-B1E3-44DD-8348-C5F179192C69}" destId="{9F0CDDF6-50F4-4015-9F43-A1B950638B40}" srcOrd="0" destOrd="0" presId="urn:microsoft.com/office/officeart/2018/2/layout/IconLabelList"/>
    <dgm:cxn modelId="{34E6263E-5AB5-4F55-B941-278987DD66F9}" type="presParOf" srcId="{728ACAB6-B1E3-44DD-8348-C5F179192C69}" destId="{6BBF8B84-59AB-442C-940F-8DB09E2E8831}" srcOrd="1" destOrd="0" presId="urn:microsoft.com/office/officeart/2018/2/layout/IconLabelList"/>
    <dgm:cxn modelId="{C774B6B1-26BB-4851-826C-AD44E2D1BE4D}" type="presParOf" srcId="{728ACAB6-B1E3-44DD-8348-C5F179192C69}" destId="{94C4EEF3-98C4-493E-8476-7EB3C3BAB71C}" srcOrd="2" destOrd="0" presId="urn:microsoft.com/office/officeart/2018/2/layout/IconLabelList"/>
    <dgm:cxn modelId="{81612532-8565-41F0-97B1-A30895038C9A}" type="presParOf" srcId="{CEA908AD-5B5B-4586-BCB9-96DC2E5B934B}" destId="{A08B9A0B-898B-40A6-BE11-6FB3CF513C01}" srcOrd="1" destOrd="0" presId="urn:microsoft.com/office/officeart/2018/2/layout/IconLabelList"/>
    <dgm:cxn modelId="{3A2D7FB5-1562-4229-A9AE-F80CB496925D}" type="presParOf" srcId="{CEA908AD-5B5B-4586-BCB9-96DC2E5B934B}" destId="{D4075728-1058-4194-B714-9EE990B03974}" srcOrd="2" destOrd="0" presId="urn:microsoft.com/office/officeart/2018/2/layout/IconLabelList"/>
    <dgm:cxn modelId="{269D697C-B8F0-4EA6-A6FC-3B5834CC392E}" type="presParOf" srcId="{D4075728-1058-4194-B714-9EE990B03974}" destId="{35F11160-9408-463F-AB64-B23FB86DB85A}" srcOrd="0" destOrd="0" presId="urn:microsoft.com/office/officeart/2018/2/layout/IconLabelList"/>
    <dgm:cxn modelId="{E183B496-BD48-42E7-A8A3-086D8DEF029B}" type="presParOf" srcId="{D4075728-1058-4194-B714-9EE990B03974}" destId="{49A513A7-1057-41EF-BF2E-313F34D97267}" srcOrd="1" destOrd="0" presId="urn:microsoft.com/office/officeart/2018/2/layout/IconLabelList"/>
    <dgm:cxn modelId="{7EF620EC-2163-450E-9A19-82678BE20098}" type="presParOf" srcId="{D4075728-1058-4194-B714-9EE990B03974}" destId="{940FC138-910A-46FD-9D7A-EFEF5271E332}" srcOrd="2" destOrd="0" presId="urn:microsoft.com/office/officeart/2018/2/layout/IconLabelList"/>
    <dgm:cxn modelId="{6E48727F-60AE-4A69-8419-795C7ABE6569}" type="presParOf" srcId="{CEA908AD-5B5B-4586-BCB9-96DC2E5B934B}" destId="{0C5EDF7D-A4B7-4FF8-8318-B9BC966795EB}" srcOrd="3" destOrd="0" presId="urn:microsoft.com/office/officeart/2018/2/layout/IconLabelList"/>
    <dgm:cxn modelId="{322C2FDD-B9C7-43B2-A579-A8A9067BEEBC}" type="presParOf" srcId="{CEA908AD-5B5B-4586-BCB9-96DC2E5B934B}" destId="{47F9E739-0CED-4EF0-87B7-656E41E51882}" srcOrd="4" destOrd="0" presId="urn:microsoft.com/office/officeart/2018/2/layout/IconLabelList"/>
    <dgm:cxn modelId="{923F25A8-AB36-45E4-B1D5-59F70603EB3F}" type="presParOf" srcId="{47F9E739-0CED-4EF0-87B7-656E41E51882}" destId="{FF282DC0-0851-4324-B656-B7DC8A084CB0}" srcOrd="0" destOrd="0" presId="urn:microsoft.com/office/officeart/2018/2/layout/IconLabelList"/>
    <dgm:cxn modelId="{BF1DF438-7473-412C-AFE8-AAA5D8EFE0FB}" type="presParOf" srcId="{47F9E739-0CED-4EF0-87B7-656E41E51882}" destId="{4DCB1F4E-F084-4E9F-AED6-0B976857F952}" srcOrd="1" destOrd="0" presId="urn:microsoft.com/office/officeart/2018/2/layout/IconLabelList"/>
    <dgm:cxn modelId="{6450CDCD-2054-4DCA-AD9A-26AA2A620DF1}" type="presParOf" srcId="{47F9E739-0CED-4EF0-87B7-656E41E51882}" destId="{5490CC29-EA9A-412B-AFEE-E5A3161944B6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2C6F28D-E554-4164-B779-73EBAFD5A241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5306C79B-9DC2-4D12-BC84-D0AF27601DAC}">
      <dgm:prSet/>
      <dgm:spPr/>
      <dgm:t>
        <a:bodyPr/>
        <a:lstStyle/>
        <a:p>
          <a:r>
            <a:rPr lang="en-US"/>
            <a:t>Train/Test split con stratificazione</a:t>
          </a:r>
        </a:p>
      </dgm:t>
    </dgm:pt>
    <dgm:pt modelId="{15750703-285D-40FC-A07F-B45219A6DCAB}" type="parTrans" cxnId="{1842BE6F-475F-483D-A7D7-3DE07E785773}">
      <dgm:prSet/>
      <dgm:spPr/>
      <dgm:t>
        <a:bodyPr/>
        <a:lstStyle/>
        <a:p>
          <a:endParaRPr lang="en-US"/>
        </a:p>
      </dgm:t>
    </dgm:pt>
    <dgm:pt modelId="{B47A98C8-BE61-4063-AA56-F89BF004AB97}" type="sibTrans" cxnId="{1842BE6F-475F-483D-A7D7-3DE07E785773}">
      <dgm:prSet/>
      <dgm:spPr/>
      <dgm:t>
        <a:bodyPr/>
        <a:lstStyle/>
        <a:p>
          <a:endParaRPr lang="en-US"/>
        </a:p>
      </dgm:t>
    </dgm:pt>
    <dgm:pt modelId="{81E669C4-61C7-4796-8FD0-ABD1289B5F31}">
      <dgm:prSet/>
      <dgm:spPr/>
      <dgm:t>
        <a:bodyPr/>
        <a:lstStyle/>
        <a:p>
          <a:r>
            <a:rPr lang="en-US" dirty="0"/>
            <a:t>Pipeline = scaling + </a:t>
          </a:r>
          <a:r>
            <a:rPr lang="en-US" dirty="0" err="1"/>
            <a:t>modello</a:t>
          </a:r>
          <a:endParaRPr lang="en-US" dirty="0"/>
        </a:p>
      </dgm:t>
    </dgm:pt>
    <dgm:pt modelId="{FA81B700-B529-49BD-A58F-F37943DFBC8A}" type="parTrans" cxnId="{AF01DA9F-213D-4A52-87E1-16F29449C958}">
      <dgm:prSet/>
      <dgm:spPr/>
      <dgm:t>
        <a:bodyPr/>
        <a:lstStyle/>
        <a:p>
          <a:endParaRPr lang="en-US"/>
        </a:p>
      </dgm:t>
    </dgm:pt>
    <dgm:pt modelId="{7ABA4045-AACE-4BC1-A8F2-0D6E12B1167B}" type="sibTrans" cxnId="{AF01DA9F-213D-4A52-87E1-16F29449C958}">
      <dgm:prSet/>
      <dgm:spPr/>
      <dgm:t>
        <a:bodyPr/>
        <a:lstStyle/>
        <a:p>
          <a:endParaRPr lang="en-US"/>
        </a:p>
      </dgm:t>
    </dgm:pt>
    <dgm:pt modelId="{BAA7AC57-BE22-4627-B524-1857CC4217CB}">
      <dgm:prSet/>
      <dgm:spPr/>
      <dgm:t>
        <a:bodyPr/>
        <a:lstStyle/>
        <a:p>
          <a:r>
            <a:rPr lang="en-US"/>
            <a:t>GridSearchCV con StratifiedKFold solo sul training set</a:t>
          </a:r>
        </a:p>
      </dgm:t>
    </dgm:pt>
    <dgm:pt modelId="{72007374-1867-4D80-87EB-DEBEBE9E34CB}" type="parTrans" cxnId="{494F8F4D-4526-4463-A53C-29FF186757F4}">
      <dgm:prSet/>
      <dgm:spPr/>
      <dgm:t>
        <a:bodyPr/>
        <a:lstStyle/>
        <a:p>
          <a:endParaRPr lang="en-US"/>
        </a:p>
      </dgm:t>
    </dgm:pt>
    <dgm:pt modelId="{B2773AB1-9932-4A47-BF5B-224E7A070CD0}" type="sibTrans" cxnId="{494F8F4D-4526-4463-A53C-29FF186757F4}">
      <dgm:prSet/>
      <dgm:spPr/>
      <dgm:t>
        <a:bodyPr/>
        <a:lstStyle/>
        <a:p>
          <a:endParaRPr lang="en-US"/>
        </a:p>
      </dgm:t>
    </dgm:pt>
    <dgm:pt modelId="{EE758CA4-EE67-4225-9632-035068A76774}">
      <dgm:prSet/>
      <dgm:spPr/>
      <dgm:t>
        <a:bodyPr/>
        <a:lstStyle/>
        <a:p>
          <a:r>
            <a:rPr lang="en-US" dirty="0" err="1"/>
            <a:t>Valutazione</a:t>
          </a:r>
          <a:r>
            <a:rPr lang="en-US" dirty="0"/>
            <a:t> finale </a:t>
          </a:r>
          <a:r>
            <a:rPr lang="en-US" dirty="0" err="1"/>
            <a:t>sul</a:t>
          </a:r>
          <a:r>
            <a:rPr lang="en-US" dirty="0"/>
            <a:t> test set</a:t>
          </a:r>
        </a:p>
      </dgm:t>
    </dgm:pt>
    <dgm:pt modelId="{A8AF2852-EF14-4605-9722-1D92EA34B165}" type="parTrans" cxnId="{CDB94693-14A8-478D-B662-9C2AE6E83962}">
      <dgm:prSet/>
      <dgm:spPr/>
      <dgm:t>
        <a:bodyPr/>
        <a:lstStyle/>
        <a:p>
          <a:endParaRPr lang="en-US"/>
        </a:p>
      </dgm:t>
    </dgm:pt>
    <dgm:pt modelId="{B5ED128C-ECE4-4C6E-800A-4CA7C4196A8C}" type="sibTrans" cxnId="{CDB94693-14A8-478D-B662-9C2AE6E83962}">
      <dgm:prSet/>
      <dgm:spPr/>
      <dgm:t>
        <a:bodyPr/>
        <a:lstStyle/>
        <a:p>
          <a:endParaRPr lang="en-US"/>
        </a:p>
      </dgm:t>
    </dgm:pt>
    <dgm:pt modelId="{804D07FD-7E86-4D40-B17A-AF153580F4CA}" type="pres">
      <dgm:prSet presAssocID="{62C6F28D-E554-4164-B779-73EBAFD5A241}" presName="root" presStyleCnt="0">
        <dgm:presLayoutVars>
          <dgm:dir/>
          <dgm:resizeHandles val="exact"/>
        </dgm:presLayoutVars>
      </dgm:prSet>
      <dgm:spPr/>
    </dgm:pt>
    <dgm:pt modelId="{CC928D23-A89D-4DE0-AF94-2026B9CBA985}" type="pres">
      <dgm:prSet presAssocID="{5306C79B-9DC2-4D12-BC84-D0AF27601DAC}" presName="compNode" presStyleCnt="0"/>
      <dgm:spPr/>
    </dgm:pt>
    <dgm:pt modelId="{1F6B85C0-CA3C-486E-A24F-7235C090B3A8}" type="pres">
      <dgm:prSet presAssocID="{5306C79B-9DC2-4D12-BC84-D0AF27601DAC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ain"/>
        </a:ext>
      </dgm:extLst>
    </dgm:pt>
    <dgm:pt modelId="{C6E185A7-50EF-4A4F-A0AE-021617047F99}" type="pres">
      <dgm:prSet presAssocID="{5306C79B-9DC2-4D12-BC84-D0AF27601DAC}" presName="spaceRect" presStyleCnt="0"/>
      <dgm:spPr/>
    </dgm:pt>
    <dgm:pt modelId="{4D959F2B-AA8D-4750-B306-109E51288B83}" type="pres">
      <dgm:prSet presAssocID="{5306C79B-9DC2-4D12-BC84-D0AF27601DAC}" presName="textRect" presStyleLbl="revTx" presStyleIdx="0" presStyleCnt="4">
        <dgm:presLayoutVars>
          <dgm:chMax val="1"/>
          <dgm:chPref val="1"/>
        </dgm:presLayoutVars>
      </dgm:prSet>
      <dgm:spPr/>
    </dgm:pt>
    <dgm:pt modelId="{F4D24045-C208-41C8-9B0B-BB8FBA7530C0}" type="pres">
      <dgm:prSet presAssocID="{B47A98C8-BE61-4063-AA56-F89BF004AB97}" presName="sibTrans" presStyleCnt="0"/>
      <dgm:spPr/>
    </dgm:pt>
    <dgm:pt modelId="{7FCA7399-0A42-4637-91ED-734AA22F028E}" type="pres">
      <dgm:prSet presAssocID="{81E669C4-61C7-4796-8FD0-ABD1289B5F31}" presName="compNode" presStyleCnt="0"/>
      <dgm:spPr/>
    </dgm:pt>
    <dgm:pt modelId="{7696BABC-875F-4A7E-BC3A-D6FF82B80D5F}" type="pres">
      <dgm:prSet presAssocID="{81E669C4-61C7-4796-8FD0-ABD1289B5F31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BC77BF9C-20C0-4B66-9637-16B03F982D81}" type="pres">
      <dgm:prSet presAssocID="{81E669C4-61C7-4796-8FD0-ABD1289B5F31}" presName="spaceRect" presStyleCnt="0"/>
      <dgm:spPr/>
    </dgm:pt>
    <dgm:pt modelId="{B2A66A40-42AF-48F4-884C-72A5458AEB27}" type="pres">
      <dgm:prSet presAssocID="{81E669C4-61C7-4796-8FD0-ABD1289B5F31}" presName="textRect" presStyleLbl="revTx" presStyleIdx="1" presStyleCnt="4">
        <dgm:presLayoutVars>
          <dgm:chMax val="1"/>
          <dgm:chPref val="1"/>
        </dgm:presLayoutVars>
      </dgm:prSet>
      <dgm:spPr/>
    </dgm:pt>
    <dgm:pt modelId="{BD44A974-CD62-4208-A2BD-FCE26E27C310}" type="pres">
      <dgm:prSet presAssocID="{7ABA4045-AACE-4BC1-A8F2-0D6E12B1167B}" presName="sibTrans" presStyleCnt="0"/>
      <dgm:spPr/>
    </dgm:pt>
    <dgm:pt modelId="{9C3193A3-DBCF-4D66-A8BC-CC0CAAA32032}" type="pres">
      <dgm:prSet presAssocID="{BAA7AC57-BE22-4627-B524-1857CC4217CB}" presName="compNode" presStyleCnt="0"/>
      <dgm:spPr/>
    </dgm:pt>
    <dgm:pt modelId="{5C3DA482-A745-4CC5-87CA-DA6FBD48BFCA}" type="pres">
      <dgm:prSet presAssocID="{BAA7AC57-BE22-4627-B524-1857CC4217CB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DB59F68D-C691-4B1A-BE07-0B6AFC436B70}" type="pres">
      <dgm:prSet presAssocID="{BAA7AC57-BE22-4627-B524-1857CC4217CB}" presName="spaceRect" presStyleCnt="0"/>
      <dgm:spPr/>
    </dgm:pt>
    <dgm:pt modelId="{E9A5134F-238A-4E8C-9099-D59DA20AAAD4}" type="pres">
      <dgm:prSet presAssocID="{BAA7AC57-BE22-4627-B524-1857CC4217CB}" presName="textRect" presStyleLbl="revTx" presStyleIdx="2" presStyleCnt="4">
        <dgm:presLayoutVars>
          <dgm:chMax val="1"/>
          <dgm:chPref val="1"/>
        </dgm:presLayoutVars>
      </dgm:prSet>
      <dgm:spPr/>
    </dgm:pt>
    <dgm:pt modelId="{20EABFBC-3B3A-45B9-9291-0BF815A48D4A}" type="pres">
      <dgm:prSet presAssocID="{B2773AB1-9932-4A47-BF5B-224E7A070CD0}" presName="sibTrans" presStyleCnt="0"/>
      <dgm:spPr/>
    </dgm:pt>
    <dgm:pt modelId="{FD55EA11-37C8-4F0A-8514-6AA7EA5B78D5}" type="pres">
      <dgm:prSet presAssocID="{EE758CA4-EE67-4225-9632-035068A76774}" presName="compNode" presStyleCnt="0"/>
      <dgm:spPr/>
    </dgm:pt>
    <dgm:pt modelId="{D2F4CD32-6E75-4FFE-BE1F-9F2C18DCCD5E}" type="pres">
      <dgm:prSet presAssocID="{EE758CA4-EE67-4225-9632-035068A76774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ientist"/>
        </a:ext>
      </dgm:extLst>
    </dgm:pt>
    <dgm:pt modelId="{7F40345E-CE97-41E9-BDE3-806EDD61B554}" type="pres">
      <dgm:prSet presAssocID="{EE758CA4-EE67-4225-9632-035068A76774}" presName="spaceRect" presStyleCnt="0"/>
      <dgm:spPr/>
    </dgm:pt>
    <dgm:pt modelId="{D8B19C0C-C1DA-41F3-93EA-A548F1FBAA72}" type="pres">
      <dgm:prSet presAssocID="{EE758CA4-EE67-4225-9632-035068A76774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1D164C05-1BE9-43D5-BFCC-2C8C91C0B43B}" type="presOf" srcId="{5306C79B-9DC2-4D12-BC84-D0AF27601DAC}" destId="{4D959F2B-AA8D-4750-B306-109E51288B83}" srcOrd="0" destOrd="0" presId="urn:microsoft.com/office/officeart/2018/2/layout/IconLabelList"/>
    <dgm:cxn modelId="{DADD8F12-70FA-482D-B0C2-B5BCA7F5428C}" type="presOf" srcId="{EE758CA4-EE67-4225-9632-035068A76774}" destId="{D8B19C0C-C1DA-41F3-93EA-A548F1FBAA72}" srcOrd="0" destOrd="0" presId="urn:microsoft.com/office/officeart/2018/2/layout/IconLabelList"/>
    <dgm:cxn modelId="{B21F6745-C12F-460B-8903-7346F413959D}" type="presOf" srcId="{BAA7AC57-BE22-4627-B524-1857CC4217CB}" destId="{E9A5134F-238A-4E8C-9099-D59DA20AAAD4}" srcOrd="0" destOrd="0" presId="urn:microsoft.com/office/officeart/2018/2/layout/IconLabelList"/>
    <dgm:cxn modelId="{494F8F4D-4526-4463-A53C-29FF186757F4}" srcId="{62C6F28D-E554-4164-B779-73EBAFD5A241}" destId="{BAA7AC57-BE22-4627-B524-1857CC4217CB}" srcOrd="2" destOrd="0" parTransId="{72007374-1867-4D80-87EB-DEBEBE9E34CB}" sibTransId="{B2773AB1-9932-4A47-BF5B-224E7A070CD0}"/>
    <dgm:cxn modelId="{1842BE6F-475F-483D-A7D7-3DE07E785773}" srcId="{62C6F28D-E554-4164-B779-73EBAFD5A241}" destId="{5306C79B-9DC2-4D12-BC84-D0AF27601DAC}" srcOrd="0" destOrd="0" parTransId="{15750703-285D-40FC-A07F-B45219A6DCAB}" sibTransId="{B47A98C8-BE61-4063-AA56-F89BF004AB97}"/>
    <dgm:cxn modelId="{AF0EBD7E-29AA-4619-ADC3-F10478C25A30}" type="presOf" srcId="{81E669C4-61C7-4796-8FD0-ABD1289B5F31}" destId="{B2A66A40-42AF-48F4-884C-72A5458AEB27}" srcOrd="0" destOrd="0" presId="urn:microsoft.com/office/officeart/2018/2/layout/IconLabelList"/>
    <dgm:cxn modelId="{CDB94693-14A8-478D-B662-9C2AE6E83962}" srcId="{62C6F28D-E554-4164-B779-73EBAFD5A241}" destId="{EE758CA4-EE67-4225-9632-035068A76774}" srcOrd="3" destOrd="0" parTransId="{A8AF2852-EF14-4605-9722-1D92EA34B165}" sibTransId="{B5ED128C-ECE4-4C6E-800A-4CA7C4196A8C}"/>
    <dgm:cxn modelId="{AF01DA9F-213D-4A52-87E1-16F29449C958}" srcId="{62C6F28D-E554-4164-B779-73EBAFD5A241}" destId="{81E669C4-61C7-4796-8FD0-ABD1289B5F31}" srcOrd="1" destOrd="0" parTransId="{FA81B700-B529-49BD-A58F-F37943DFBC8A}" sibTransId="{7ABA4045-AACE-4BC1-A8F2-0D6E12B1167B}"/>
    <dgm:cxn modelId="{B5E5E1FA-FE64-491B-A05D-7B520DB134BC}" type="presOf" srcId="{62C6F28D-E554-4164-B779-73EBAFD5A241}" destId="{804D07FD-7E86-4D40-B17A-AF153580F4CA}" srcOrd="0" destOrd="0" presId="urn:microsoft.com/office/officeart/2018/2/layout/IconLabelList"/>
    <dgm:cxn modelId="{02CAB164-A510-4EE3-810D-569C67FBEE63}" type="presParOf" srcId="{804D07FD-7E86-4D40-B17A-AF153580F4CA}" destId="{CC928D23-A89D-4DE0-AF94-2026B9CBA985}" srcOrd="0" destOrd="0" presId="urn:microsoft.com/office/officeart/2018/2/layout/IconLabelList"/>
    <dgm:cxn modelId="{6E33DDF1-2253-45C9-BF7A-B115D7C92992}" type="presParOf" srcId="{CC928D23-A89D-4DE0-AF94-2026B9CBA985}" destId="{1F6B85C0-CA3C-486E-A24F-7235C090B3A8}" srcOrd="0" destOrd="0" presId="urn:microsoft.com/office/officeart/2018/2/layout/IconLabelList"/>
    <dgm:cxn modelId="{FBAB62D3-63AE-436B-8DF2-AD3AF56BB202}" type="presParOf" srcId="{CC928D23-A89D-4DE0-AF94-2026B9CBA985}" destId="{C6E185A7-50EF-4A4F-A0AE-021617047F99}" srcOrd="1" destOrd="0" presId="urn:microsoft.com/office/officeart/2018/2/layout/IconLabelList"/>
    <dgm:cxn modelId="{782D0D4C-E553-49CD-95EC-F459CA3F0688}" type="presParOf" srcId="{CC928D23-A89D-4DE0-AF94-2026B9CBA985}" destId="{4D959F2B-AA8D-4750-B306-109E51288B83}" srcOrd="2" destOrd="0" presId="urn:microsoft.com/office/officeart/2018/2/layout/IconLabelList"/>
    <dgm:cxn modelId="{B3759E19-60CA-44A5-85B3-2D670B3409BA}" type="presParOf" srcId="{804D07FD-7E86-4D40-B17A-AF153580F4CA}" destId="{F4D24045-C208-41C8-9B0B-BB8FBA7530C0}" srcOrd="1" destOrd="0" presId="urn:microsoft.com/office/officeart/2018/2/layout/IconLabelList"/>
    <dgm:cxn modelId="{984B7C73-BB1C-4112-9E56-D0C72DAD6AE7}" type="presParOf" srcId="{804D07FD-7E86-4D40-B17A-AF153580F4CA}" destId="{7FCA7399-0A42-4637-91ED-734AA22F028E}" srcOrd="2" destOrd="0" presId="urn:microsoft.com/office/officeart/2018/2/layout/IconLabelList"/>
    <dgm:cxn modelId="{1605D305-EBB2-4FD8-878C-763082F4161F}" type="presParOf" srcId="{7FCA7399-0A42-4637-91ED-734AA22F028E}" destId="{7696BABC-875F-4A7E-BC3A-D6FF82B80D5F}" srcOrd="0" destOrd="0" presId="urn:microsoft.com/office/officeart/2018/2/layout/IconLabelList"/>
    <dgm:cxn modelId="{4182B26E-605E-41A8-8DE4-D4366B3A62DC}" type="presParOf" srcId="{7FCA7399-0A42-4637-91ED-734AA22F028E}" destId="{BC77BF9C-20C0-4B66-9637-16B03F982D81}" srcOrd="1" destOrd="0" presId="urn:microsoft.com/office/officeart/2018/2/layout/IconLabelList"/>
    <dgm:cxn modelId="{45B59C40-1FDF-4D77-BE72-8BF4E6BEA67F}" type="presParOf" srcId="{7FCA7399-0A42-4637-91ED-734AA22F028E}" destId="{B2A66A40-42AF-48F4-884C-72A5458AEB27}" srcOrd="2" destOrd="0" presId="urn:microsoft.com/office/officeart/2018/2/layout/IconLabelList"/>
    <dgm:cxn modelId="{00FC465D-1958-407D-8971-98C4B0113D73}" type="presParOf" srcId="{804D07FD-7E86-4D40-B17A-AF153580F4CA}" destId="{BD44A974-CD62-4208-A2BD-FCE26E27C310}" srcOrd="3" destOrd="0" presId="urn:microsoft.com/office/officeart/2018/2/layout/IconLabelList"/>
    <dgm:cxn modelId="{43D8988D-FC80-4D03-B746-A71F645CE4BC}" type="presParOf" srcId="{804D07FD-7E86-4D40-B17A-AF153580F4CA}" destId="{9C3193A3-DBCF-4D66-A8BC-CC0CAAA32032}" srcOrd="4" destOrd="0" presId="urn:microsoft.com/office/officeart/2018/2/layout/IconLabelList"/>
    <dgm:cxn modelId="{AB1E66A3-E510-4EBE-9996-A2813D4E2258}" type="presParOf" srcId="{9C3193A3-DBCF-4D66-A8BC-CC0CAAA32032}" destId="{5C3DA482-A745-4CC5-87CA-DA6FBD48BFCA}" srcOrd="0" destOrd="0" presId="urn:microsoft.com/office/officeart/2018/2/layout/IconLabelList"/>
    <dgm:cxn modelId="{E4AD4715-F2D2-4414-B34A-4046BFC23661}" type="presParOf" srcId="{9C3193A3-DBCF-4D66-A8BC-CC0CAAA32032}" destId="{DB59F68D-C691-4B1A-BE07-0B6AFC436B70}" srcOrd="1" destOrd="0" presId="urn:microsoft.com/office/officeart/2018/2/layout/IconLabelList"/>
    <dgm:cxn modelId="{E8A294CD-567B-472A-928C-B0E3083207D2}" type="presParOf" srcId="{9C3193A3-DBCF-4D66-A8BC-CC0CAAA32032}" destId="{E9A5134F-238A-4E8C-9099-D59DA20AAAD4}" srcOrd="2" destOrd="0" presId="urn:microsoft.com/office/officeart/2018/2/layout/IconLabelList"/>
    <dgm:cxn modelId="{BE5C7637-FC91-4742-AE46-EEBB0F958E92}" type="presParOf" srcId="{804D07FD-7E86-4D40-B17A-AF153580F4CA}" destId="{20EABFBC-3B3A-45B9-9291-0BF815A48D4A}" srcOrd="5" destOrd="0" presId="urn:microsoft.com/office/officeart/2018/2/layout/IconLabelList"/>
    <dgm:cxn modelId="{43FF532D-FCA3-4256-946A-EE5B982E570A}" type="presParOf" srcId="{804D07FD-7E86-4D40-B17A-AF153580F4CA}" destId="{FD55EA11-37C8-4F0A-8514-6AA7EA5B78D5}" srcOrd="6" destOrd="0" presId="urn:microsoft.com/office/officeart/2018/2/layout/IconLabelList"/>
    <dgm:cxn modelId="{32F10451-40ED-4FAA-A991-0DBAFBFB562C}" type="presParOf" srcId="{FD55EA11-37C8-4F0A-8514-6AA7EA5B78D5}" destId="{D2F4CD32-6E75-4FFE-BE1F-9F2C18DCCD5E}" srcOrd="0" destOrd="0" presId="urn:microsoft.com/office/officeart/2018/2/layout/IconLabelList"/>
    <dgm:cxn modelId="{FE13DCE3-D214-4AEE-90BC-397D22B6E10F}" type="presParOf" srcId="{FD55EA11-37C8-4F0A-8514-6AA7EA5B78D5}" destId="{7F40345E-CE97-41E9-BDE3-806EDD61B554}" srcOrd="1" destOrd="0" presId="urn:microsoft.com/office/officeart/2018/2/layout/IconLabelList"/>
    <dgm:cxn modelId="{8AF7048C-B5BB-4942-9672-0BC42B6AC281}" type="presParOf" srcId="{FD55EA11-37C8-4F0A-8514-6AA7EA5B78D5}" destId="{D8B19C0C-C1DA-41F3-93EA-A548F1FBAA7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2424A47-9BE9-4727-9A2D-F51347CC0F46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09926A1-7591-4997-9C24-23983D29B34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KNN </a:t>
          </a:r>
          <a:r>
            <a:rPr lang="en-US" dirty="0" err="1"/>
            <a:t>sensibile</a:t>
          </a:r>
          <a:r>
            <a:rPr lang="en-US" dirty="0"/>
            <a:t> alla </a:t>
          </a:r>
          <a:r>
            <a:rPr lang="en-US" dirty="0" err="1"/>
            <a:t>metrica</a:t>
          </a:r>
          <a:r>
            <a:rPr lang="en-US" dirty="0"/>
            <a:t> e </a:t>
          </a:r>
          <a:r>
            <a:rPr lang="en-US" dirty="0" err="1"/>
            <a:t>allo</a:t>
          </a:r>
          <a:r>
            <a:rPr lang="en-US" dirty="0"/>
            <a:t> scaling</a:t>
          </a:r>
        </a:p>
      </dgm:t>
    </dgm:pt>
    <dgm:pt modelId="{0F53C266-B13D-484B-9A4D-47873471B456}" type="parTrans" cxnId="{76956A10-CC51-466E-B665-105E3FBD4FCE}">
      <dgm:prSet/>
      <dgm:spPr/>
      <dgm:t>
        <a:bodyPr/>
        <a:lstStyle/>
        <a:p>
          <a:endParaRPr lang="en-US"/>
        </a:p>
      </dgm:t>
    </dgm:pt>
    <dgm:pt modelId="{9DE21C53-BE93-4487-944A-51D8EF9F71BF}" type="sibTrans" cxnId="{76956A10-CC51-466E-B665-105E3FBD4FCE}">
      <dgm:prSet/>
      <dgm:spPr/>
      <dgm:t>
        <a:bodyPr/>
        <a:lstStyle/>
        <a:p>
          <a:endParaRPr lang="en-US"/>
        </a:p>
      </dgm:t>
    </dgm:pt>
    <dgm:pt modelId="{D444B79A-9376-4BCD-8F19-A7908BD15D1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Hyperparameter tuning (</a:t>
          </a:r>
          <a:r>
            <a:rPr lang="en-US" dirty="0" err="1"/>
            <a:t>GridSearchCV</a:t>
          </a:r>
          <a:r>
            <a:rPr lang="en-US" dirty="0"/>
            <a:t>): </a:t>
          </a:r>
        </a:p>
      </dgm:t>
    </dgm:pt>
    <dgm:pt modelId="{6A748E64-54C1-4CA0-A55E-5AAEACD39F03}" type="parTrans" cxnId="{ADA0CA69-ABA1-4D20-8BFC-EA41C6FE0C9D}">
      <dgm:prSet/>
      <dgm:spPr/>
      <dgm:t>
        <a:bodyPr/>
        <a:lstStyle/>
        <a:p>
          <a:endParaRPr lang="en-US"/>
        </a:p>
      </dgm:t>
    </dgm:pt>
    <dgm:pt modelId="{43B4DC87-84AA-4485-AEEC-26EACB1F8A52}" type="sibTrans" cxnId="{ADA0CA69-ABA1-4D20-8BFC-EA41C6FE0C9D}">
      <dgm:prSet/>
      <dgm:spPr/>
      <dgm:t>
        <a:bodyPr/>
        <a:lstStyle/>
        <a:p>
          <a:endParaRPr lang="en-US"/>
        </a:p>
      </dgm:t>
    </dgm:pt>
    <dgm:pt modelId="{9EB2F05D-FE77-4421-9CD5-303589D3716E}" type="pres">
      <dgm:prSet presAssocID="{A2424A47-9BE9-4727-9A2D-F51347CC0F46}" presName="root" presStyleCnt="0">
        <dgm:presLayoutVars>
          <dgm:dir/>
          <dgm:resizeHandles val="exact"/>
        </dgm:presLayoutVars>
      </dgm:prSet>
      <dgm:spPr/>
    </dgm:pt>
    <dgm:pt modelId="{2FBE6B36-9399-42DC-8A2A-1E22A82D3AF3}" type="pres">
      <dgm:prSet presAssocID="{809926A1-7591-4997-9C24-23983D29B349}" presName="compNode" presStyleCnt="0"/>
      <dgm:spPr/>
    </dgm:pt>
    <dgm:pt modelId="{4E6D5937-A66E-43E0-A229-0F7EF1709ED8}" type="pres">
      <dgm:prSet presAssocID="{809926A1-7591-4997-9C24-23983D29B349}" presName="bgRect" presStyleLbl="bgShp" presStyleIdx="0" presStyleCnt="2"/>
      <dgm:spPr/>
    </dgm:pt>
    <dgm:pt modelId="{D0F89C2A-7796-47EC-8CE8-C09137B48F3F}" type="pres">
      <dgm:prSet presAssocID="{809926A1-7591-4997-9C24-23983D29B349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263A7C45-A523-4218-B099-E7F4EF439631}" type="pres">
      <dgm:prSet presAssocID="{809926A1-7591-4997-9C24-23983D29B349}" presName="spaceRect" presStyleCnt="0"/>
      <dgm:spPr/>
    </dgm:pt>
    <dgm:pt modelId="{4D2B7BC4-BB55-4317-8CED-268800627126}" type="pres">
      <dgm:prSet presAssocID="{809926A1-7591-4997-9C24-23983D29B349}" presName="parTx" presStyleLbl="revTx" presStyleIdx="0" presStyleCnt="2">
        <dgm:presLayoutVars>
          <dgm:chMax val="0"/>
          <dgm:chPref val="0"/>
        </dgm:presLayoutVars>
      </dgm:prSet>
      <dgm:spPr/>
    </dgm:pt>
    <dgm:pt modelId="{6F570944-FF7C-4F31-B8A8-90A2D59A6A2A}" type="pres">
      <dgm:prSet presAssocID="{9DE21C53-BE93-4487-944A-51D8EF9F71BF}" presName="sibTrans" presStyleCnt="0"/>
      <dgm:spPr/>
    </dgm:pt>
    <dgm:pt modelId="{A7A6B34B-778F-468E-983F-07584EF45B2D}" type="pres">
      <dgm:prSet presAssocID="{D444B79A-9376-4BCD-8F19-A7908BD15D17}" presName="compNode" presStyleCnt="0"/>
      <dgm:spPr/>
    </dgm:pt>
    <dgm:pt modelId="{316A0D24-0FDC-4E53-9DA1-D915CE74AA3B}" type="pres">
      <dgm:prSet presAssocID="{D444B79A-9376-4BCD-8F19-A7908BD15D17}" presName="bgRect" presStyleLbl="bgShp" presStyleIdx="1" presStyleCnt="2"/>
      <dgm:spPr/>
    </dgm:pt>
    <dgm:pt modelId="{29F3DB78-73C7-43B3-A618-53C03671D825}" type="pres">
      <dgm:prSet presAssocID="{D444B79A-9376-4BCD-8F19-A7908BD15D17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usic Notes"/>
        </a:ext>
      </dgm:extLst>
    </dgm:pt>
    <dgm:pt modelId="{66B6D914-A0F7-41F7-AEDE-3BE9D6C95D25}" type="pres">
      <dgm:prSet presAssocID="{D444B79A-9376-4BCD-8F19-A7908BD15D17}" presName="spaceRect" presStyleCnt="0"/>
      <dgm:spPr/>
    </dgm:pt>
    <dgm:pt modelId="{B206F326-1925-4D9D-97AA-700894F00EA4}" type="pres">
      <dgm:prSet presAssocID="{D444B79A-9376-4BCD-8F19-A7908BD15D17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76956A10-CC51-466E-B665-105E3FBD4FCE}" srcId="{A2424A47-9BE9-4727-9A2D-F51347CC0F46}" destId="{809926A1-7591-4997-9C24-23983D29B349}" srcOrd="0" destOrd="0" parTransId="{0F53C266-B13D-484B-9A4D-47873471B456}" sibTransId="{9DE21C53-BE93-4487-944A-51D8EF9F71BF}"/>
    <dgm:cxn modelId="{3463B32A-8C85-4B8A-A131-9CB15928A867}" type="presOf" srcId="{A2424A47-9BE9-4727-9A2D-F51347CC0F46}" destId="{9EB2F05D-FE77-4421-9CD5-303589D3716E}" srcOrd="0" destOrd="0" presId="urn:microsoft.com/office/officeart/2018/2/layout/IconVerticalSolidList"/>
    <dgm:cxn modelId="{ADA0CA69-ABA1-4D20-8BFC-EA41C6FE0C9D}" srcId="{A2424A47-9BE9-4727-9A2D-F51347CC0F46}" destId="{D444B79A-9376-4BCD-8F19-A7908BD15D17}" srcOrd="1" destOrd="0" parTransId="{6A748E64-54C1-4CA0-A55E-5AAEACD39F03}" sibTransId="{43B4DC87-84AA-4485-AEEC-26EACB1F8A52}"/>
    <dgm:cxn modelId="{8A9A5E6E-C708-4D96-88BA-5BD60E8BCADA}" type="presOf" srcId="{D444B79A-9376-4BCD-8F19-A7908BD15D17}" destId="{B206F326-1925-4D9D-97AA-700894F00EA4}" srcOrd="0" destOrd="0" presId="urn:microsoft.com/office/officeart/2018/2/layout/IconVerticalSolidList"/>
    <dgm:cxn modelId="{B58D17A6-E3B0-440D-BDED-5015972AECCA}" type="presOf" srcId="{809926A1-7591-4997-9C24-23983D29B349}" destId="{4D2B7BC4-BB55-4317-8CED-268800627126}" srcOrd="0" destOrd="0" presId="urn:microsoft.com/office/officeart/2018/2/layout/IconVerticalSolidList"/>
    <dgm:cxn modelId="{F9B97067-A7AA-462C-90D8-87205D1A2B4C}" type="presParOf" srcId="{9EB2F05D-FE77-4421-9CD5-303589D3716E}" destId="{2FBE6B36-9399-42DC-8A2A-1E22A82D3AF3}" srcOrd="0" destOrd="0" presId="urn:microsoft.com/office/officeart/2018/2/layout/IconVerticalSolidList"/>
    <dgm:cxn modelId="{3CE05724-656B-439B-9944-A77F598DF0E9}" type="presParOf" srcId="{2FBE6B36-9399-42DC-8A2A-1E22A82D3AF3}" destId="{4E6D5937-A66E-43E0-A229-0F7EF1709ED8}" srcOrd="0" destOrd="0" presId="urn:microsoft.com/office/officeart/2018/2/layout/IconVerticalSolidList"/>
    <dgm:cxn modelId="{23EC127F-513F-4F61-837A-575985998D89}" type="presParOf" srcId="{2FBE6B36-9399-42DC-8A2A-1E22A82D3AF3}" destId="{D0F89C2A-7796-47EC-8CE8-C09137B48F3F}" srcOrd="1" destOrd="0" presId="urn:microsoft.com/office/officeart/2018/2/layout/IconVerticalSolidList"/>
    <dgm:cxn modelId="{CA6BF199-2B75-4E99-AD05-6321C68D2A64}" type="presParOf" srcId="{2FBE6B36-9399-42DC-8A2A-1E22A82D3AF3}" destId="{263A7C45-A523-4218-B099-E7F4EF439631}" srcOrd="2" destOrd="0" presId="urn:microsoft.com/office/officeart/2018/2/layout/IconVerticalSolidList"/>
    <dgm:cxn modelId="{C3018611-0804-4A49-A188-9EF4AF0B82DC}" type="presParOf" srcId="{2FBE6B36-9399-42DC-8A2A-1E22A82D3AF3}" destId="{4D2B7BC4-BB55-4317-8CED-268800627126}" srcOrd="3" destOrd="0" presId="urn:microsoft.com/office/officeart/2018/2/layout/IconVerticalSolidList"/>
    <dgm:cxn modelId="{4600E1B1-02C6-4397-AE9D-C9DD954BBFBD}" type="presParOf" srcId="{9EB2F05D-FE77-4421-9CD5-303589D3716E}" destId="{6F570944-FF7C-4F31-B8A8-90A2D59A6A2A}" srcOrd="1" destOrd="0" presId="urn:microsoft.com/office/officeart/2018/2/layout/IconVerticalSolidList"/>
    <dgm:cxn modelId="{30BC6A68-344D-428F-A5F3-D29552075940}" type="presParOf" srcId="{9EB2F05D-FE77-4421-9CD5-303589D3716E}" destId="{A7A6B34B-778F-468E-983F-07584EF45B2D}" srcOrd="2" destOrd="0" presId="urn:microsoft.com/office/officeart/2018/2/layout/IconVerticalSolidList"/>
    <dgm:cxn modelId="{C24457B0-D79D-4746-9D65-A4794150F20C}" type="presParOf" srcId="{A7A6B34B-778F-468E-983F-07584EF45B2D}" destId="{316A0D24-0FDC-4E53-9DA1-D915CE74AA3B}" srcOrd="0" destOrd="0" presId="urn:microsoft.com/office/officeart/2018/2/layout/IconVerticalSolidList"/>
    <dgm:cxn modelId="{F52C6FAF-E433-451F-906D-12A254E357C0}" type="presParOf" srcId="{A7A6B34B-778F-468E-983F-07584EF45B2D}" destId="{29F3DB78-73C7-43B3-A618-53C03671D825}" srcOrd="1" destOrd="0" presId="urn:microsoft.com/office/officeart/2018/2/layout/IconVerticalSolidList"/>
    <dgm:cxn modelId="{343283EF-7B12-497F-BDA5-80918A672C5D}" type="presParOf" srcId="{A7A6B34B-778F-468E-983F-07584EF45B2D}" destId="{66B6D914-A0F7-41F7-AEDE-3BE9D6C95D25}" srcOrd="2" destOrd="0" presId="urn:microsoft.com/office/officeart/2018/2/layout/IconVerticalSolidList"/>
    <dgm:cxn modelId="{4B210B88-9D4F-44B2-853E-1EC25F51B300}" type="presParOf" srcId="{A7A6B34B-778F-468E-983F-07584EF45B2D}" destId="{B206F326-1925-4D9D-97AA-700894F00EA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2424A47-9BE9-4727-9A2D-F51347CC0F46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1A41AE9-7F6B-4CA5-A40B-172C48D2B84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• p (Minkowski): p=1 Manhattan, p=2 Euclidean</a:t>
          </a:r>
        </a:p>
      </dgm:t>
    </dgm:pt>
    <dgm:pt modelId="{3DB64340-1FB1-408C-A378-FE6DDBE552EE}" type="sibTrans" cxnId="{6071807C-E6C3-4F2A-9A67-E4E4E37E88AA}">
      <dgm:prSet/>
      <dgm:spPr/>
      <dgm:t>
        <a:bodyPr/>
        <a:lstStyle/>
        <a:p>
          <a:endParaRPr lang="en-US"/>
        </a:p>
      </dgm:t>
    </dgm:pt>
    <dgm:pt modelId="{42531CF9-0883-49C1-B60A-A5F82097FC46}" type="parTrans" cxnId="{6071807C-E6C3-4F2A-9A67-E4E4E37E88AA}">
      <dgm:prSet/>
      <dgm:spPr/>
      <dgm:t>
        <a:bodyPr/>
        <a:lstStyle/>
        <a:p>
          <a:endParaRPr lang="en-US"/>
        </a:p>
      </dgm:t>
    </dgm:pt>
    <dgm:pt modelId="{6AA4BA10-73E6-4BAC-AA5C-24FCEF08E6E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• weights: uniform / distance</a:t>
          </a:r>
        </a:p>
      </dgm:t>
    </dgm:pt>
    <dgm:pt modelId="{F275A5BE-0238-4188-BC3D-64985485D9CF}" type="sibTrans" cxnId="{DDFDB7B7-14AF-4CC8-9EC4-1B6A2EACDAFE}">
      <dgm:prSet/>
      <dgm:spPr/>
      <dgm:t>
        <a:bodyPr/>
        <a:lstStyle/>
        <a:p>
          <a:endParaRPr lang="en-US"/>
        </a:p>
      </dgm:t>
    </dgm:pt>
    <dgm:pt modelId="{256F0941-FBEE-4F3D-944F-19BF0FBD71DF}" type="parTrans" cxnId="{DDFDB7B7-14AF-4CC8-9EC4-1B6A2EACDAFE}">
      <dgm:prSet/>
      <dgm:spPr/>
      <dgm:t>
        <a:bodyPr/>
        <a:lstStyle/>
        <a:p>
          <a:endParaRPr lang="en-US"/>
        </a:p>
      </dgm:t>
    </dgm:pt>
    <dgm:pt modelId="{3F029AA9-6028-4F7B-A1A3-9416AA6C7DE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• </a:t>
          </a:r>
          <a:r>
            <a:rPr lang="en-US" dirty="0" err="1"/>
            <a:t>n_neighbors</a:t>
          </a:r>
          <a:r>
            <a:rPr lang="en-US" dirty="0"/>
            <a:t> (k)</a:t>
          </a:r>
        </a:p>
      </dgm:t>
    </dgm:pt>
    <dgm:pt modelId="{064D307E-C846-4405-9A37-4B0DE937744F}" type="sibTrans" cxnId="{0B882897-B797-421A-99A0-F5A79A7B1D5E}">
      <dgm:prSet/>
      <dgm:spPr/>
      <dgm:t>
        <a:bodyPr/>
        <a:lstStyle/>
        <a:p>
          <a:endParaRPr lang="en-US"/>
        </a:p>
      </dgm:t>
    </dgm:pt>
    <dgm:pt modelId="{2B3EF134-4490-43FE-B345-A9F7413132E1}" type="parTrans" cxnId="{0B882897-B797-421A-99A0-F5A79A7B1D5E}">
      <dgm:prSet/>
      <dgm:spPr/>
      <dgm:t>
        <a:bodyPr/>
        <a:lstStyle/>
        <a:p>
          <a:endParaRPr lang="en-US"/>
        </a:p>
      </dgm:t>
    </dgm:pt>
    <dgm:pt modelId="{9EB2F05D-FE77-4421-9CD5-303589D3716E}" type="pres">
      <dgm:prSet presAssocID="{A2424A47-9BE9-4727-9A2D-F51347CC0F46}" presName="root" presStyleCnt="0">
        <dgm:presLayoutVars>
          <dgm:dir/>
          <dgm:resizeHandles val="exact"/>
        </dgm:presLayoutVars>
      </dgm:prSet>
      <dgm:spPr/>
    </dgm:pt>
    <dgm:pt modelId="{74118406-B489-4BE8-9743-4DD040C31593}" type="pres">
      <dgm:prSet presAssocID="{3F029AA9-6028-4F7B-A1A3-9416AA6C7DE1}" presName="compNode" presStyleCnt="0"/>
      <dgm:spPr/>
    </dgm:pt>
    <dgm:pt modelId="{7518A0F3-61BA-4350-99CD-340E924BD09A}" type="pres">
      <dgm:prSet presAssocID="{3F029AA9-6028-4F7B-A1A3-9416AA6C7DE1}" presName="bgRect" presStyleLbl="bgShp" presStyleIdx="0" presStyleCnt="3" custLinFactNeighborX="12536" custLinFactNeighborY="-43"/>
      <dgm:spPr/>
    </dgm:pt>
    <dgm:pt modelId="{BD363572-88E1-45EB-83A0-EF6A060FB928}" type="pres">
      <dgm:prSet presAssocID="{3F029AA9-6028-4F7B-A1A3-9416AA6C7DE1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uburban scene"/>
        </a:ext>
      </dgm:extLst>
    </dgm:pt>
    <dgm:pt modelId="{0324C918-8D48-45B3-93D8-4AB4EE288243}" type="pres">
      <dgm:prSet presAssocID="{3F029AA9-6028-4F7B-A1A3-9416AA6C7DE1}" presName="spaceRect" presStyleCnt="0"/>
      <dgm:spPr/>
    </dgm:pt>
    <dgm:pt modelId="{74A33FEC-FF55-489B-B454-E4FBB5FED6E5}" type="pres">
      <dgm:prSet presAssocID="{3F029AA9-6028-4F7B-A1A3-9416AA6C7DE1}" presName="parTx" presStyleLbl="revTx" presStyleIdx="0" presStyleCnt="3">
        <dgm:presLayoutVars>
          <dgm:chMax val="0"/>
          <dgm:chPref val="0"/>
        </dgm:presLayoutVars>
      </dgm:prSet>
      <dgm:spPr/>
    </dgm:pt>
    <dgm:pt modelId="{BC5056DD-3409-4DB7-92C4-1259247C0F13}" type="pres">
      <dgm:prSet presAssocID="{064D307E-C846-4405-9A37-4B0DE937744F}" presName="sibTrans" presStyleCnt="0"/>
      <dgm:spPr/>
    </dgm:pt>
    <dgm:pt modelId="{1834D969-79E0-4E03-B608-1EF317192AB5}" type="pres">
      <dgm:prSet presAssocID="{6AA4BA10-73E6-4BAC-AA5C-24FCEF08E6E1}" presName="compNode" presStyleCnt="0"/>
      <dgm:spPr/>
    </dgm:pt>
    <dgm:pt modelId="{B9ACF611-9964-475A-800F-BB8D7CA4CC98}" type="pres">
      <dgm:prSet presAssocID="{6AA4BA10-73E6-4BAC-AA5C-24FCEF08E6E1}" presName="bgRect" presStyleLbl="bgShp" presStyleIdx="1" presStyleCnt="3"/>
      <dgm:spPr/>
    </dgm:pt>
    <dgm:pt modelId="{1FC8EBA9-C9B4-4C26-88EF-4D1B7DC5D2A6}" type="pres">
      <dgm:prSet presAssocID="{6AA4BA10-73E6-4BAC-AA5C-24FCEF08E6E1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umbbell"/>
        </a:ext>
      </dgm:extLst>
    </dgm:pt>
    <dgm:pt modelId="{6E4843E9-E065-4B5C-A465-A9B4180711F0}" type="pres">
      <dgm:prSet presAssocID="{6AA4BA10-73E6-4BAC-AA5C-24FCEF08E6E1}" presName="spaceRect" presStyleCnt="0"/>
      <dgm:spPr/>
    </dgm:pt>
    <dgm:pt modelId="{7DD80A0A-0EC9-43C0-967A-F22BBAE4EA17}" type="pres">
      <dgm:prSet presAssocID="{6AA4BA10-73E6-4BAC-AA5C-24FCEF08E6E1}" presName="parTx" presStyleLbl="revTx" presStyleIdx="1" presStyleCnt="3">
        <dgm:presLayoutVars>
          <dgm:chMax val="0"/>
          <dgm:chPref val="0"/>
        </dgm:presLayoutVars>
      </dgm:prSet>
      <dgm:spPr/>
    </dgm:pt>
    <dgm:pt modelId="{B01527B1-B4A9-4438-9519-A61ACCBD56D8}" type="pres">
      <dgm:prSet presAssocID="{F275A5BE-0238-4188-BC3D-64985485D9CF}" presName="sibTrans" presStyleCnt="0"/>
      <dgm:spPr/>
    </dgm:pt>
    <dgm:pt modelId="{D89ED7A8-6197-45C9-8BC4-E10522300B60}" type="pres">
      <dgm:prSet presAssocID="{41A41AE9-7F6B-4CA5-A40B-172C48D2B844}" presName="compNode" presStyleCnt="0"/>
      <dgm:spPr/>
    </dgm:pt>
    <dgm:pt modelId="{ED25B8D8-1FD6-4F64-9273-DF1B029F51D9}" type="pres">
      <dgm:prSet presAssocID="{41A41AE9-7F6B-4CA5-A40B-172C48D2B844}" presName="bgRect" presStyleLbl="bgShp" presStyleIdx="2" presStyleCnt="3" custLinFactNeighborX="10494" custLinFactNeighborY="8993"/>
      <dgm:spPr/>
    </dgm:pt>
    <dgm:pt modelId="{7014EB08-F8EB-4A3C-A51C-7EA787103362}" type="pres">
      <dgm:prSet presAssocID="{41A41AE9-7F6B-4CA5-A40B-172C48D2B844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rawing Compass"/>
        </a:ext>
      </dgm:extLst>
    </dgm:pt>
    <dgm:pt modelId="{06B376B9-5BC3-4670-BE7B-52AC3344D32D}" type="pres">
      <dgm:prSet presAssocID="{41A41AE9-7F6B-4CA5-A40B-172C48D2B844}" presName="spaceRect" presStyleCnt="0"/>
      <dgm:spPr/>
    </dgm:pt>
    <dgm:pt modelId="{2C2B2163-4EA7-4A46-BB1C-EBB5AD6DB993}" type="pres">
      <dgm:prSet presAssocID="{41A41AE9-7F6B-4CA5-A40B-172C48D2B844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3463B32A-8C85-4B8A-A131-9CB15928A867}" type="presOf" srcId="{A2424A47-9BE9-4727-9A2D-F51347CC0F46}" destId="{9EB2F05D-FE77-4421-9CD5-303589D3716E}" srcOrd="0" destOrd="0" presId="urn:microsoft.com/office/officeart/2018/2/layout/IconVerticalSolidList"/>
    <dgm:cxn modelId="{6071807C-E6C3-4F2A-9A67-E4E4E37E88AA}" srcId="{A2424A47-9BE9-4727-9A2D-F51347CC0F46}" destId="{41A41AE9-7F6B-4CA5-A40B-172C48D2B844}" srcOrd="2" destOrd="0" parTransId="{42531CF9-0883-49C1-B60A-A5F82097FC46}" sibTransId="{3DB64340-1FB1-408C-A378-FE6DDBE552EE}"/>
    <dgm:cxn modelId="{0B882897-B797-421A-99A0-F5A79A7B1D5E}" srcId="{A2424A47-9BE9-4727-9A2D-F51347CC0F46}" destId="{3F029AA9-6028-4F7B-A1A3-9416AA6C7DE1}" srcOrd="0" destOrd="0" parTransId="{2B3EF134-4490-43FE-B345-A9F7413132E1}" sibTransId="{064D307E-C846-4405-9A37-4B0DE937744F}"/>
    <dgm:cxn modelId="{E48535AF-33E2-42CA-A11E-217E3B532996}" type="presOf" srcId="{3F029AA9-6028-4F7B-A1A3-9416AA6C7DE1}" destId="{74A33FEC-FF55-489B-B454-E4FBB5FED6E5}" srcOrd="0" destOrd="0" presId="urn:microsoft.com/office/officeart/2018/2/layout/IconVerticalSolidList"/>
    <dgm:cxn modelId="{7E94B4B1-B87E-41BF-8512-21FB05642C25}" type="presOf" srcId="{6AA4BA10-73E6-4BAC-AA5C-24FCEF08E6E1}" destId="{7DD80A0A-0EC9-43C0-967A-F22BBAE4EA17}" srcOrd="0" destOrd="0" presId="urn:microsoft.com/office/officeart/2018/2/layout/IconVerticalSolidList"/>
    <dgm:cxn modelId="{DDFDB7B7-14AF-4CC8-9EC4-1B6A2EACDAFE}" srcId="{A2424A47-9BE9-4727-9A2D-F51347CC0F46}" destId="{6AA4BA10-73E6-4BAC-AA5C-24FCEF08E6E1}" srcOrd="1" destOrd="0" parTransId="{256F0941-FBEE-4F3D-944F-19BF0FBD71DF}" sibTransId="{F275A5BE-0238-4188-BC3D-64985485D9CF}"/>
    <dgm:cxn modelId="{807538E9-3B48-47E4-832F-6923209D5705}" type="presOf" srcId="{41A41AE9-7F6B-4CA5-A40B-172C48D2B844}" destId="{2C2B2163-4EA7-4A46-BB1C-EBB5AD6DB993}" srcOrd="0" destOrd="0" presId="urn:microsoft.com/office/officeart/2018/2/layout/IconVerticalSolidList"/>
    <dgm:cxn modelId="{E02BED2A-A07A-4555-8567-DCD8FEADF0FC}" type="presParOf" srcId="{9EB2F05D-FE77-4421-9CD5-303589D3716E}" destId="{74118406-B489-4BE8-9743-4DD040C31593}" srcOrd="0" destOrd="0" presId="urn:microsoft.com/office/officeart/2018/2/layout/IconVerticalSolidList"/>
    <dgm:cxn modelId="{63348D90-5A07-4D6B-9F0F-238468A3DF39}" type="presParOf" srcId="{74118406-B489-4BE8-9743-4DD040C31593}" destId="{7518A0F3-61BA-4350-99CD-340E924BD09A}" srcOrd="0" destOrd="0" presId="urn:microsoft.com/office/officeart/2018/2/layout/IconVerticalSolidList"/>
    <dgm:cxn modelId="{ABB48577-64F8-4E87-A30D-A45B280D1765}" type="presParOf" srcId="{74118406-B489-4BE8-9743-4DD040C31593}" destId="{BD363572-88E1-45EB-83A0-EF6A060FB928}" srcOrd="1" destOrd="0" presId="urn:microsoft.com/office/officeart/2018/2/layout/IconVerticalSolidList"/>
    <dgm:cxn modelId="{39E32544-9E0A-4990-8BA9-B2BB5A868C3B}" type="presParOf" srcId="{74118406-B489-4BE8-9743-4DD040C31593}" destId="{0324C918-8D48-45B3-93D8-4AB4EE288243}" srcOrd="2" destOrd="0" presId="urn:microsoft.com/office/officeart/2018/2/layout/IconVerticalSolidList"/>
    <dgm:cxn modelId="{B4B43E2A-ACCC-4C1D-95F8-E5225B28075E}" type="presParOf" srcId="{74118406-B489-4BE8-9743-4DD040C31593}" destId="{74A33FEC-FF55-489B-B454-E4FBB5FED6E5}" srcOrd="3" destOrd="0" presId="urn:microsoft.com/office/officeart/2018/2/layout/IconVerticalSolidList"/>
    <dgm:cxn modelId="{821D9B4E-AE0F-405D-A666-D12CC359AA0C}" type="presParOf" srcId="{9EB2F05D-FE77-4421-9CD5-303589D3716E}" destId="{BC5056DD-3409-4DB7-92C4-1259247C0F13}" srcOrd="1" destOrd="0" presId="urn:microsoft.com/office/officeart/2018/2/layout/IconVerticalSolidList"/>
    <dgm:cxn modelId="{B5459B67-D28E-46F9-B6DF-0A0D6F7256ED}" type="presParOf" srcId="{9EB2F05D-FE77-4421-9CD5-303589D3716E}" destId="{1834D969-79E0-4E03-B608-1EF317192AB5}" srcOrd="2" destOrd="0" presId="urn:microsoft.com/office/officeart/2018/2/layout/IconVerticalSolidList"/>
    <dgm:cxn modelId="{39DC0AB5-BE90-49FB-8239-95C446C9868E}" type="presParOf" srcId="{1834D969-79E0-4E03-B608-1EF317192AB5}" destId="{B9ACF611-9964-475A-800F-BB8D7CA4CC98}" srcOrd="0" destOrd="0" presId="urn:microsoft.com/office/officeart/2018/2/layout/IconVerticalSolidList"/>
    <dgm:cxn modelId="{EEAF1762-E42D-401C-B3DC-254816698A79}" type="presParOf" srcId="{1834D969-79E0-4E03-B608-1EF317192AB5}" destId="{1FC8EBA9-C9B4-4C26-88EF-4D1B7DC5D2A6}" srcOrd="1" destOrd="0" presId="urn:microsoft.com/office/officeart/2018/2/layout/IconVerticalSolidList"/>
    <dgm:cxn modelId="{089A3944-6626-4DBB-B7D5-F18048272FF4}" type="presParOf" srcId="{1834D969-79E0-4E03-B608-1EF317192AB5}" destId="{6E4843E9-E065-4B5C-A465-A9B4180711F0}" srcOrd="2" destOrd="0" presId="urn:microsoft.com/office/officeart/2018/2/layout/IconVerticalSolidList"/>
    <dgm:cxn modelId="{13BFB32D-11C7-4281-A3A1-9D690935A47E}" type="presParOf" srcId="{1834D969-79E0-4E03-B608-1EF317192AB5}" destId="{7DD80A0A-0EC9-43C0-967A-F22BBAE4EA17}" srcOrd="3" destOrd="0" presId="urn:microsoft.com/office/officeart/2018/2/layout/IconVerticalSolidList"/>
    <dgm:cxn modelId="{F1D49D8D-C580-4887-B331-CB289122DB40}" type="presParOf" srcId="{9EB2F05D-FE77-4421-9CD5-303589D3716E}" destId="{B01527B1-B4A9-4438-9519-A61ACCBD56D8}" srcOrd="3" destOrd="0" presId="urn:microsoft.com/office/officeart/2018/2/layout/IconVerticalSolidList"/>
    <dgm:cxn modelId="{E0E884DB-7DE6-424C-AFDD-431C899C6954}" type="presParOf" srcId="{9EB2F05D-FE77-4421-9CD5-303589D3716E}" destId="{D89ED7A8-6197-45C9-8BC4-E10522300B60}" srcOrd="4" destOrd="0" presId="urn:microsoft.com/office/officeart/2018/2/layout/IconVerticalSolidList"/>
    <dgm:cxn modelId="{3E5C886D-08F6-4C81-B1C6-A007F2980D6D}" type="presParOf" srcId="{D89ED7A8-6197-45C9-8BC4-E10522300B60}" destId="{ED25B8D8-1FD6-4F64-9273-DF1B029F51D9}" srcOrd="0" destOrd="0" presId="urn:microsoft.com/office/officeart/2018/2/layout/IconVerticalSolidList"/>
    <dgm:cxn modelId="{47925BD6-A76F-47E1-A5C4-2FD421ECBAED}" type="presParOf" srcId="{D89ED7A8-6197-45C9-8BC4-E10522300B60}" destId="{7014EB08-F8EB-4A3C-A51C-7EA787103362}" srcOrd="1" destOrd="0" presId="urn:microsoft.com/office/officeart/2018/2/layout/IconVerticalSolidList"/>
    <dgm:cxn modelId="{A2BD59B0-85A4-42A2-8119-E55674318442}" type="presParOf" srcId="{D89ED7A8-6197-45C9-8BC4-E10522300B60}" destId="{06B376B9-5BC3-4670-BE7B-52AC3344D32D}" srcOrd="2" destOrd="0" presId="urn:microsoft.com/office/officeart/2018/2/layout/IconVerticalSolidList"/>
    <dgm:cxn modelId="{FAC0DEA3-5482-4CF4-ADB2-D1500A6D9AC8}" type="presParOf" srcId="{D89ED7A8-6197-45C9-8BC4-E10522300B60}" destId="{2C2B2163-4EA7-4A46-BB1C-EBB5AD6DB99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2424A47-9BE9-4727-9A2D-F51347CC0F46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09926A1-7591-4997-9C24-23983D29B349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Baseline forte </a:t>
          </a:r>
          <a:r>
            <a:rPr lang="en-GB" dirty="0" err="1"/>
            <a:t>su</a:t>
          </a:r>
          <a:r>
            <a:rPr lang="en-GB" dirty="0"/>
            <a:t> </a:t>
          </a:r>
          <a:r>
            <a:rPr lang="en-GB" dirty="0" err="1"/>
            <a:t>dati</a:t>
          </a:r>
          <a:r>
            <a:rPr lang="en-GB" dirty="0"/>
            <a:t> </a:t>
          </a:r>
          <a:r>
            <a:rPr lang="en-GB" dirty="0" err="1"/>
            <a:t>scalati</a:t>
          </a:r>
          <a:endParaRPr lang="en-US" dirty="0"/>
        </a:p>
      </dgm:t>
    </dgm:pt>
    <dgm:pt modelId="{0F53C266-B13D-484B-9A4D-47873471B456}" type="parTrans" cxnId="{76956A10-CC51-466E-B665-105E3FBD4FCE}">
      <dgm:prSet/>
      <dgm:spPr/>
      <dgm:t>
        <a:bodyPr/>
        <a:lstStyle/>
        <a:p>
          <a:endParaRPr lang="en-US"/>
        </a:p>
      </dgm:t>
    </dgm:pt>
    <dgm:pt modelId="{9DE21C53-BE93-4487-944A-51D8EF9F71BF}" type="sibTrans" cxnId="{76956A10-CC51-466E-B665-105E3FBD4FCE}">
      <dgm:prSet/>
      <dgm:spPr/>
      <dgm:t>
        <a:bodyPr/>
        <a:lstStyle/>
        <a:p>
          <a:endParaRPr lang="en-US"/>
        </a:p>
      </dgm:t>
    </dgm:pt>
    <dgm:pt modelId="{D444B79A-9376-4BCD-8F19-A7908BD15D17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In pipeline con </a:t>
          </a:r>
          <a:r>
            <a:rPr lang="en-GB" dirty="0" err="1"/>
            <a:t>StandardScaler</a:t>
          </a:r>
          <a:endParaRPr lang="en-US" dirty="0"/>
        </a:p>
      </dgm:t>
    </dgm:pt>
    <dgm:pt modelId="{6A748E64-54C1-4CA0-A55E-5AAEACD39F03}" type="parTrans" cxnId="{ADA0CA69-ABA1-4D20-8BFC-EA41C6FE0C9D}">
      <dgm:prSet/>
      <dgm:spPr/>
      <dgm:t>
        <a:bodyPr/>
        <a:lstStyle/>
        <a:p>
          <a:endParaRPr lang="en-US"/>
        </a:p>
      </dgm:t>
    </dgm:pt>
    <dgm:pt modelId="{43B4DC87-84AA-4485-AEEC-26EACB1F8A52}" type="sibTrans" cxnId="{ADA0CA69-ABA1-4D20-8BFC-EA41C6FE0C9D}">
      <dgm:prSet/>
      <dgm:spPr/>
      <dgm:t>
        <a:bodyPr/>
        <a:lstStyle/>
        <a:p>
          <a:endParaRPr lang="en-US"/>
        </a:p>
      </dgm:t>
    </dgm:pt>
    <dgm:pt modelId="{3F029AA9-6028-4F7B-A1A3-9416AA6C7DE1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 err="1"/>
            <a:t>Confronto</a:t>
          </a:r>
          <a:r>
            <a:rPr lang="en-GB" dirty="0"/>
            <a:t> con KNN: </a:t>
          </a:r>
          <a:r>
            <a:rPr lang="en-GB" dirty="0" err="1"/>
            <a:t>linearità</a:t>
          </a:r>
          <a:r>
            <a:rPr lang="en-GB" dirty="0"/>
            <a:t>/</a:t>
          </a:r>
          <a:r>
            <a:rPr lang="en-GB" dirty="0" err="1"/>
            <a:t>semplicità</a:t>
          </a:r>
          <a:r>
            <a:rPr lang="en-GB" dirty="0"/>
            <a:t> vs </a:t>
          </a:r>
          <a:r>
            <a:rPr lang="en-GB" dirty="0" err="1"/>
            <a:t>flessibilità</a:t>
          </a:r>
          <a:r>
            <a:rPr lang="en-GB" dirty="0"/>
            <a:t> non-</a:t>
          </a:r>
          <a:r>
            <a:rPr lang="en-GB" dirty="0" err="1"/>
            <a:t>lineare</a:t>
          </a:r>
          <a:endParaRPr lang="en-US" dirty="0"/>
        </a:p>
      </dgm:t>
    </dgm:pt>
    <dgm:pt modelId="{2B3EF134-4490-43FE-B345-A9F7413132E1}" type="parTrans" cxnId="{0B882897-B797-421A-99A0-F5A79A7B1D5E}">
      <dgm:prSet/>
      <dgm:spPr/>
      <dgm:t>
        <a:bodyPr/>
        <a:lstStyle/>
        <a:p>
          <a:endParaRPr lang="en-US"/>
        </a:p>
      </dgm:t>
    </dgm:pt>
    <dgm:pt modelId="{064D307E-C846-4405-9A37-4B0DE937744F}" type="sibTrans" cxnId="{0B882897-B797-421A-99A0-F5A79A7B1D5E}">
      <dgm:prSet/>
      <dgm:spPr/>
      <dgm:t>
        <a:bodyPr/>
        <a:lstStyle/>
        <a:p>
          <a:endParaRPr lang="en-US"/>
        </a:p>
      </dgm:t>
    </dgm:pt>
    <dgm:pt modelId="{9EB2F05D-FE77-4421-9CD5-303589D3716E}" type="pres">
      <dgm:prSet presAssocID="{A2424A47-9BE9-4727-9A2D-F51347CC0F46}" presName="root" presStyleCnt="0">
        <dgm:presLayoutVars>
          <dgm:dir/>
          <dgm:resizeHandles val="exact"/>
        </dgm:presLayoutVars>
      </dgm:prSet>
      <dgm:spPr/>
    </dgm:pt>
    <dgm:pt modelId="{2FBE6B36-9399-42DC-8A2A-1E22A82D3AF3}" type="pres">
      <dgm:prSet presAssocID="{809926A1-7591-4997-9C24-23983D29B349}" presName="compNode" presStyleCnt="0"/>
      <dgm:spPr/>
    </dgm:pt>
    <dgm:pt modelId="{4E6D5937-A66E-43E0-A229-0F7EF1709ED8}" type="pres">
      <dgm:prSet presAssocID="{809926A1-7591-4997-9C24-23983D29B349}" presName="bgRect" presStyleLbl="bgShp" presStyleIdx="0" presStyleCnt="3"/>
      <dgm:spPr/>
    </dgm:pt>
    <dgm:pt modelId="{D0F89C2A-7796-47EC-8CE8-C09137B48F3F}" type="pres">
      <dgm:prSet presAssocID="{809926A1-7591-4997-9C24-23983D29B349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263A7C45-A523-4218-B099-E7F4EF439631}" type="pres">
      <dgm:prSet presAssocID="{809926A1-7591-4997-9C24-23983D29B349}" presName="spaceRect" presStyleCnt="0"/>
      <dgm:spPr/>
    </dgm:pt>
    <dgm:pt modelId="{4D2B7BC4-BB55-4317-8CED-268800627126}" type="pres">
      <dgm:prSet presAssocID="{809926A1-7591-4997-9C24-23983D29B349}" presName="parTx" presStyleLbl="revTx" presStyleIdx="0" presStyleCnt="3">
        <dgm:presLayoutVars>
          <dgm:chMax val="0"/>
          <dgm:chPref val="0"/>
        </dgm:presLayoutVars>
      </dgm:prSet>
      <dgm:spPr/>
    </dgm:pt>
    <dgm:pt modelId="{6F570944-FF7C-4F31-B8A8-90A2D59A6A2A}" type="pres">
      <dgm:prSet presAssocID="{9DE21C53-BE93-4487-944A-51D8EF9F71BF}" presName="sibTrans" presStyleCnt="0"/>
      <dgm:spPr/>
    </dgm:pt>
    <dgm:pt modelId="{A7A6B34B-778F-468E-983F-07584EF45B2D}" type="pres">
      <dgm:prSet presAssocID="{D444B79A-9376-4BCD-8F19-A7908BD15D17}" presName="compNode" presStyleCnt="0"/>
      <dgm:spPr/>
    </dgm:pt>
    <dgm:pt modelId="{316A0D24-0FDC-4E53-9DA1-D915CE74AA3B}" type="pres">
      <dgm:prSet presAssocID="{D444B79A-9376-4BCD-8F19-A7908BD15D17}" presName="bgRect" presStyleLbl="bgShp" presStyleIdx="1" presStyleCnt="3"/>
      <dgm:spPr/>
    </dgm:pt>
    <dgm:pt modelId="{29F3DB78-73C7-43B3-A618-53C03671D825}" type="pres">
      <dgm:prSet presAssocID="{D444B79A-9376-4BCD-8F19-A7908BD15D17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usic Notes"/>
        </a:ext>
      </dgm:extLst>
    </dgm:pt>
    <dgm:pt modelId="{66B6D914-A0F7-41F7-AEDE-3BE9D6C95D25}" type="pres">
      <dgm:prSet presAssocID="{D444B79A-9376-4BCD-8F19-A7908BD15D17}" presName="spaceRect" presStyleCnt="0"/>
      <dgm:spPr/>
    </dgm:pt>
    <dgm:pt modelId="{B206F326-1925-4D9D-97AA-700894F00EA4}" type="pres">
      <dgm:prSet presAssocID="{D444B79A-9376-4BCD-8F19-A7908BD15D17}" presName="parTx" presStyleLbl="revTx" presStyleIdx="1" presStyleCnt="3">
        <dgm:presLayoutVars>
          <dgm:chMax val="0"/>
          <dgm:chPref val="0"/>
        </dgm:presLayoutVars>
      </dgm:prSet>
      <dgm:spPr/>
    </dgm:pt>
    <dgm:pt modelId="{CB41079D-B731-4D68-9D50-2639F5A0931D}" type="pres">
      <dgm:prSet presAssocID="{43B4DC87-84AA-4485-AEEC-26EACB1F8A52}" presName="sibTrans" presStyleCnt="0"/>
      <dgm:spPr/>
    </dgm:pt>
    <dgm:pt modelId="{74118406-B489-4BE8-9743-4DD040C31593}" type="pres">
      <dgm:prSet presAssocID="{3F029AA9-6028-4F7B-A1A3-9416AA6C7DE1}" presName="compNode" presStyleCnt="0"/>
      <dgm:spPr/>
    </dgm:pt>
    <dgm:pt modelId="{7518A0F3-61BA-4350-99CD-340E924BD09A}" type="pres">
      <dgm:prSet presAssocID="{3F029AA9-6028-4F7B-A1A3-9416AA6C7DE1}" presName="bgRect" presStyleLbl="bgShp" presStyleIdx="2" presStyleCnt="3"/>
      <dgm:spPr/>
    </dgm:pt>
    <dgm:pt modelId="{BD363572-88E1-45EB-83A0-EF6A060FB928}" type="pres">
      <dgm:prSet presAssocID="{3F029AA9-6028-4F7B-A1A3-9416AA6C7DE1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uburban scene"/>
        </a:ext>
      </dgm:extLst>
    </dgm:pt>
    <dgm:pt modelId="{0324C918-8D48-45B3-93D8-4AB4EE288243}" type="pres">
      <dgm:prSet presAssocID="{3F029AA9-6028-4F7B-A1A3-9416AA6C7DE1}" presName="spaceRect" presStyleCnt="0"/>
      <dgm:spPr/>
    </dgm:pt>
    <dgm:pt modelId="{74A33FEC-FF55-489B-B454-E4FBB5FED6E5}" type="pres">
      <dgm:prSet presAssocID="{3F029AA9-6028-4F7B-A1A3-9416AA6C7DE1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76956A10-CC51-466E-B665-105E3FBD4FCE}" srcId="{A2424A47-9BE9-4727-9A2D-F51347CC0F46}" destId="{809926A1-7591-4997-9C24-23983D29B349}" srcOrd="0" destOrd="0" parTransId="{0F53C266-B13D-484B-9A4D-47873471B456}" sibTransId="{9DE21C53-BE93-4487-944A-51D8EF9F71BF}"/>
    <dgm:cxn modelId="{3463B32A-8C85-4B8A-A131-9CB15928A867}" type="presOf" srcId="{A2424A47-9BE9-4727-9A2D-F51347CC0F46}" destId="{9EB2F05D-FE77-4421-9CD5-303589D3716E}" srcOrd="0" destOrd="0" presId="urn:microsoft.com/office/officeart/2018/2/layout/IconVerticalSolidList"/>
    <dgm:cxn modelId="{ADA0CA69-ABA1-4D20-8BFC-EA41C6FE0C9D}" srcId="{A2424A47-9BE9-4727-9A2D-F51347CC0F46}" destId="{D444B79A-9376-4BCD-8F19-A7908BD15D17}" srcOrd="1" destOrd="0" parTransId="{6A748E64-54C1-4CA0-A55E-5AAEACD39F03}" sibTransId="{43B4DC87-84AA-4485-AEEC-26EACB1F8A52}"/>
    <dgm:cxn modelId="{8A9A5E6E-C708-4D96-88BA-5BD60E8BCADA}" type="presOf" srcId="{D444B79A-9376-4BCD-8F19-A7908BD15D17}" destId="{B206F326-1925-4D9D-97AA-700894F00EA4}" srcOrd="0" destOrd="0" presId="urn:microsoft.com/office/officeart/2018/2/layout/IconVerticalSolidList"/>
    <dgm:cxn modelId="{0B882897-B797-421A-99A0-F5A79A7B1D5E}" srcId="{A2424A47-9BE9-4727-9A2D-F51347CC0F46}" destId="{3F029AA9-6028-4F7B-A1A3-9416AA6C7DE1}" srcOrd="2" destOrd="0" parTransId="{2B3EF134-4490-43FE-B345-A9F7413132E1}" sibTransId="{064D307E-C846-4405-9A37-4B0DE937744F}"/>
    <dgm:cxn modelId="{B58D17A6-E3B0-440D-BDED-5015972AECCA}" type="presOf" srcId="{809926A1-7591-4997-9C24-23983D29B349}" destId="{4D2B7BC4-BB55-4317-8CED-268800627126}" srcOrd="0" destOrd="0" presId="urn:microsoft.com/office/officeart/2018/2/layout/IconVerticalSolidList"/>
    <dgm:cxn modelId="{E48535AF-33E2-42CA-A11E-217E3B532996}" type="presOf" srcId="{3F029AA9-6028-4F7B-A1A3-9416AA6C7DE1}" destId="{74A33FEC-FF55-489B-B454-E4FBB5FED6E5}" srcOrd="0" destOrd="0" presId="urn:microsoft.com/office/officeart/2018/2/layout/IconVerticalSolidList"/>
    <dgm:cxn modelId="{F9B97067-A7AA-462C-90D8-87205D1A2B4C}" type="presParOf" srcId="{9EB2F05D-FE77-4421-9CD5-303589D3716E}" destId="{2FBE6B36-9399-42DC-8A2A-1E22A82D3AF3}" srcOrd="0" destOrd="0" presId="urn:microsoft.com/office/officeart/2018/2/layout/IconVerticalSolidList"/>
    <dgm:cxn modelId="{3CE05724-656B-439B-9944-A77F598DF0E9}" type="presParOf" srcId="{2FBE6B36-9399-42DC-8A2A-1E22A82D3AF3}" destId="{4E6D5937-A66E-43E0-A229-0F7EF1709ED8}" srcOrd="0" destOrd="0" presId="urn:microsoft.com/office/officeart/2018/2/layout/IconVerticalSolidList"/>
    <dgm:cxn modelId="{23EC127F-513F-4F61-837A-575985998D89}" type="presParOf" srcId="{2FBE6B36-9399-42DC-8A2A-1E22A82D3AF3}" destId="{D0F89C2A-7796-47EC-8CE8-C09137B48F3F}" srcOrd="1" destOrd="0" presId="urn:microsoft.com/office/officeart/2018/2/layout/IconVerticalSolidList"/>
    <dgm:cxn modelId="{CA6BF199-2B75-4E99-AD05-6321C68D2A64}" type="presParOf" srcId="{2FBE6B36-9399-42DC-8A2A-1E22A82D3AF3}" destId="{263A7C45-A523-4218-B099-E7F4EF439631}" srcOrd="2" destOrd="0" presId="urn:microsoft.com/office/officeart/2018/2/layout/IconVerticalSolidList"/>
    <dgm:cxn modelId="{C3018611-0804-4A49-A188-9EF4AF0B82DC}" type="presParOf" srcId="{2FBE6B36-9399-42DC-8A2A-1E22A82D3AF3}" destId="{4D2B7BC4-BB55-4317-8CED-268800627126}" srcOrd="3" destOrd="0" presId="urn:microsoft.com/office/officeart/2018/2/layout/IconVerticalSolidList"/>
    <dgm:cxn modelId="{4600E1B1-02C6-4397-AE9D-C9DD954BBFBD}" type="presParOf" srcId="{9EB2F05D-FE77-4421-9CD5-303589D3716E}" destId="{6F570944-FF7C-4F31-B8A8-90A2D59A6A2A}" srcOrd="1" destOrd="0" presId="urn:microsoft.com/office/officeart/2018/2/layout/IconVerticalSolidList"/>
    <dgm:cxn modelId="{30BC6A68-344D-428F-A5F3-D29552075940}" type="presParOf" srcId="{9EB2F05D-FE77-4421-9CD5-303589D3716E}" destId="{A7A6B34B-778F-468E-983F-07584EF45B2D}" srcOrd="2" destOrd="0" presId="urn:microsoft.com/office/officeart/2018/2/layout/IconVerticalSolidList"/>
    <dgm:cxn modelId="{C24457B0-D79D-4746-9D65-A4794150F20C}" type="presParOf" srcId="{A7A6B34B-778F-468E-983F-07584EF45B2D}" destId="{316A0D24-0FDC-4E53-9DA1-D915CE74AA3B}" srcOrd="0" destOrd="0" presId="urn:microsoft.com/office/officeart/2018/2/layout/IconVerticalSolidList"/>
    <dgm:cxn modelId="{F52C6FAF-E433-451F-906D-12A254E357C0}" type="presParOf" srcId="{A7A6B34B-778F-468E-983F-07584EF45B2D}" destId="{29F3DB78-73C7-43B3-A618-53C03671D825}" srcOrd="1" destOrd="0" presId="urn:microsoft.com/office/officeart/2018/2/layout/IconVerticalSolidList"/>
    <dgm:cxn modelId="{343283EF-7B12-497F-BDA5-80918A672C5D}" type="presParOf" srcId="{A7A6B34B-778F-468E-983F-07584EF45B2D}" destId="{66B6D914-A0F7-41F7-AEDE-3BE9D6C95D25}" srcOrd="2" destOrd="0" presId="urn:microsoft.com/office/officeart/2018/2/layout/IconVerticalSolidList"/>
    <dgm:cxn modelId="{4B210B88-9D4F-44B2-853E-1EC25F51B300}" type="presParOf" srcId="{A7A6B34B-778F-468E-983F-07584EF45B2D}" destId="{B206F326-1925-4D9D-97AA-700894F00EA4}" srcOrd="3" destOrd="0" presId="urn:microsoft.com/office/officeart/2018/2/layout/IconVerticalSolidList"/>
    <dgm:cxn modelId="{D4BF9473-45BF-4425-A70C-7CBC951A09A9}" type="presParOf" srcId="{9EB2F05D-FE77-4421-9CD5-303589D3716E}" destId="{CB41079D-B731-4D68-9D50-2639F5A0931D}" srcOrd="3" destOrd="0" presId="urn:microsoft.com/office/officeart/2018/2/layout/IconVerticalSolidList"/>
    <dgm:cxn modelId="{E02BED2A-A07A-4555-8567-DCD8FEADF0FC}" type="presParOf" srcId="{9EB2F05D-FE77-4421-9CD5-303589D3716E}" destId="{74118406-B489-4BE8-9743-4DD040C31593}" srcOrd="4" destOrd="0" presId="urn:microsoft.com/office/officeart/2018/2/layout/IconVerticalSolidList"/>
    <dgm:cxn modelId="{63348D90-5A07-4D6B-9F0F-238468A3DF39}" type="presParOf" srcId="{74118406-B489-4BE8-9743-4DD040C31593}" destId="{7518A0F3-61BA-4350-99CD-340E924BD09A}" srcOrd="0" destOrd="0" presId="urn:microsoft.com/office/officeart/2018/2/layout/IconVerticalSolidList"/>
    <dgm:cxn modelId="{ABB48577-64F8-4E87-A30D-A45B280D1765}" type="presParOf" srcId="{74118406-B489-4BE8-9743-4DD040C31593}" destId="{BD363572-88E1-45EB-83A0-EF6A060FB928}" srcOrd="1" destOrd="0" presId="urn:microsoft.com/office/officeart/2018/2/layout/IconVerticalSolidList"/>
    <dgm:cxn modelId="{39E32544-9E0A-4990-8BA9-B2BB5A868C3B}" type="presParOf" srcId="{74118406-B489-4BE8-9743-4DD040C31593}" destId="{0324C918-8D48-45B3-93D8-4AB4EE288243}" srcOrd="2" destOrd="0" presId="urn:microsoft.com/office/officeart/2018/2/layout/IconVerticalSolidList"/>
    <dgm:cxn modelId="{B4B43E2A-ACCC-4C1D-95F8-E5225B28075E}" type="presParOf" srcId="{74118406-B489-4BE8-9743-4DD040C31593}" destId="{74A33FEC-FF55-489B-B454-E4FBB5FED6E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0DA545E-A759-4C91-879C-7508E2097ABD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8C7F3EC-CB4B-48C0-BDC1-4CCE4BEDE28B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/>
            <a:t>FastAPI</a:t>
          </a:r>
          <a:r>
            <a:rPr lang="en-GB"/>
            <a:t> come web framework</a:t>
          </a:r>
          <a:endParaRPr lang="en-US"/>
        </a:p>
      </dgm:t>
    </dgm:pt>
    <dgm:pt modelId="{A8FCD940-3039-471D-8729-B8EE7EC5E68A}" type="parTrans" cxnId="{94483E19-8ADE-4096-8C24-9B8D8680DF32}">
      <dgm:prSet/>
      <dgm:spPr/>
      <dgm:t>
        <a:bodyPr/>
        <a:lstStyle/>
        <a:p>
          <a:endParaRPr lang="en-US"/>
        </a:p>
      </dgm:t>
    </dgm:pt>
    <dgm:pt modelId="{153DE388-CB09-4A6D-AE26-D57FAB8C864F}" type="sibTrans" cxnId="{94483E19-8ADE-4096-8C24-9B8D8680DF32}">
      <dgm:prSet/>
      <dgm:spPr/>
      <dgm:t>
        <a:bodyPr/>
        <a:lstStyle/>
        <a:p>
          <a:endParaRPr lang="en-US"/>
        </a:p>
      </dgm:t>
    </dgm:pt>
    <dgm:pt modelId="{360ADD13-C9D7-47DD-8AD8-B169C58BF2A2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 err="1"/>
            <a:t>Caricamento</a:t>
          </a:r>
          <a:r>
            <a:rPr lang="en-GB" dirty="0"/>
            <a:t> </a:t>
          </a:r>
          <a:r>
            <a:rPr lang="en-GB" dirty="0" err="1"/>
            <a:t>modelli</a:t>
          </a:r>
          <a:r>
            <a:rPr lang="en-GB" dirty="0"/>
            <a:t> </a:t>
          </a:r>
          <a:r>
            <a:rPr lang="en-GB" dirty="0" err="1"/>
            <a:t>all’avvio</a:t>
          </a:r>
          <a:r>
            <a:rPr lang="en-GB" dirty="0"/>
            <a:t>: </a:t>
          </a:r>
          <a:r>
            <a:rPr lang="en-GB" dirty="0" err="1"/>
            <a:t>joblib.load</a:t>
          </a:r>
          <a:r>
            <a:rPr lang="en-GB" dirty="0"/>
            <a:t>(...)</a:t>
          </a:r>
          <a:endParaRPr lang="en-US" dirty="0"/>
        </a:p>
      </dgm:t>
    </dgm:pt>
    <dgm:pt modelId="{250E3C9B-68C1-4926-B60B-D723DE89F688}" type="parTrans" cxnId="{C84DD2B2-D45D-464A-A9A3-EA556550F114}">
      <dgm:prSet/>
      <dgm:spPr/>
      <dgm:t>
        <a:bodyPr/>
        <a:lstStyle/>
        <a:p>
          <a:endParaRPr lang="en-US"/>
        </a:p>
      </dgm:t>
    </dgm:pt>
    <dgm:pt modelId="{C141EB02-7AA0-4839-80C0-0E0177ABDF2B}" type="sibTrans" cxnId="{C84DD2B2-D45D-464A-A9A3-EA556550F114}">
      <dgm:prSet/>
      <dgm:spPr/>
      <dgm:t>
        <a:bodyPr/>
        <a:lstStyle/>
        <a:p>
          <a:endParaRPr lang="en-US"/>
        </a:p>
      </dgm:t>
    </dgm:pt>
    <dgm:pt modelId="{0741A1A5-1952-4487-91F9-5E026C826311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Input </a:t>
          </a:r>
          <a:r>
            <a:rPr lang="en-GB" dirty="0" err="1"/>
            <a:t>validato</a:t>
          </a:r>
          <a:r>
            <a:rPr lang="en-GB" dirty="0"/>
            <a:t> con </a:t>
          </a:r>
          <a:r>
            <a:rPr lang="en-GB" b="1" dirty="0" err="1"/>
            <a:t>Pydantic</a:t>
          </a:r>
          <a:r>
            <a:rPr lang="en-GB" dirty="0"/>
            <a:t> </a:t>
          </a:r>
          <a:endParaRPr lang="en-US" dirty="0"/>
        </a:p>
      </dgm:t>
    </dgm:pt>
    <dgm:pt modelId="{B9ECBA2A-274E-47D8-8524-E359AB95A82D}" type="parTrans" cxnId="{B2D79059-788C-4591-8240-D9CFA126A4E5}">
      <dgm:prSet/>
      <dgm:spPr/>
      <dgm:t>
        <a:bodyPr/>
        <a:lstStyle/>
        <a:p>
          <a:endParaRPr lang="en-US"/>
        </a:p>
      </dgm:t>
    </dgm:pt>
    <dgm:pt modelId="{39C9FEEE-0C45-45BA-90E3-1C8616FAFCF4}" type="sibTrans" cxnId="{B2D79059-788C-4591-8240-D9CFA126A4E5}">
      <dgm:prSet/>
      <dgm:spPr/>
      <dgm:t>
        <a:bodyPr/>
        <a:lstStyle/>
        <a:p>
          <a:endParaRPr lang="en-US"/>
        </a:p>
      </dgm:t>
    </dgm:pt>
    <dgm:pt modelId="{C96FB3C4-334B-4DA7-A916-1C71A95998A6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 err="1"/>
            <a:t>Conversione</a:t>
          </a:r>
          <a:r>
            <a:rPr lang="en-GB" dirty="0"/>
            <a:t> input → </a:t>
          </a:r>
          <a:r>
            <a:rPr lang="en-GB" dirty="0" err="1"/>
            <a:t>pandas.DataFrame</a:t>
          </a:r>
          <a:r>
            <a:rPr lang="en-GB" dirty="0"/>
            <a:t> → </a:t>
          </a:r>
          <a:r>
            <a:rPr lang="en-GB" dirty="0" err="1"/>
            <a:t>predizione</a:t>
          </a:r>
          <a:endParaRPr lang="en-US" dirty="0"/>
        </a:p>
      </dgm:t>
    </dgm:pt>
    <dgm:pt modelId="{A8BA7FE5-AF37-46F2-A1AB-C28AE244F443}" type="parTrans" cxnId="{18DDC3A9-51E7-4D88-AD6C-5D3E66E7C698}">
      <dgm:prSet/>
      <dgm:spPr/>
      <dgm:t>
        <a:bodyPr/>
        <a:lstStyle/>
        <a:p>
          <a:endParaRPr lang="en-US"/>
        </a:p>
      </dgm:t>
    </dgm:pt>
    <dgm:pt modelId="{63FAF515-ECD9-45BE-94EA-1F2A3BDCCEE0}" type="sibTrans" cxnId="{18DDC3A9-51E7-4D88-AD6C-5D3E66E7C698}">
      <dgm:prSet/>
      <dgm:spPr/>
      <dgm:t>
        <a:bodyPr/>
        <a:lstStyle/>
        <a:p>
          <a:endParaRPr lang="en-US"/>
        </a:p>
      </dgm:t>
    </dgm:pt>
    <dgm:pt modelId="{85089DF4-A5FF-4F20-85CF-CB70ABF5882E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 err="1"/>
            <a:t>Predizione</a:t>
          </a:r>
          <a:r>
            <a:rPr lang="en-GB" dirty="0"/>
            <a:t> → Output da </a:t>
          </a:r>
          <a:r>
            <a:rPr lang="en-GB" dirty="0" err="1"/>
            <a:t>np.array</a:t>
          </a:r>
          <a:r>
            <a:rPr lang="en-GB" dirty="0"/>
            <a:t> a JSON: {"Category": &lt;</a:t>
          </a:r>
          <a:r>
            <a:rPr lang="en-GB" dirty="0" err="1"/>
            <a:t>classe</a:t>
          </a:r>
          <a:r>
            <a:rPr lang="en-GB" dirty="0"/>
            <a:t>&gt;}</a:t>
          </a:r>
          <a:endParaRPr lang="en-US" dirty="0"/>
        </a:p>
      </dgm:t>
    </dgm:pt>
    <dgm:pt modelId="{86274D5F-199E-4D2F-82D1-B49800BD7665}" type="parTrans" cxnId="{47C483BA-4EF2-4884-B052-E9F5F9DF426D}">
      <dgm:prSet/>
      <dgm:spPr/>
      <dgm:t>
        <a:bodyPr/>
        <a:lstStyle/>
        <a:p>
          <a:endParaRPr lang="en-US"/>
        </a:p>
      </dgm:t>
    </dgm:pt>
    <dgm:pt modelId="{17E21BD1-2752-49E4-83EF-A2A714C84E85}" type="sibTrans" cxnId="{47C483BA-4EF2-4884-B052-E9F5F9DF426D}">
      <dgm:prSet/>
      <dgm:spPr/>
      <dgm:t>
        <a:bodyPr/>
        <a:lstStyle/>
        <a:p>
          <a:endParaRPr lang="en-US"/>
        </a:p>
      </dgm:t>
    </dgm:pt>
    <dgm:pt modelId="{BE591450-DBA3-4439-9EA3-F9AC62D7828C}" type="pres">
      <dgm:prSet presAssocID="{C0DA545E-A759-4C91-879C-7508E2097ABD}" presName="root" presStyleCnt="0">
        <dgm:presLayoutVars>
          <dgm:dir/>
          <dgm:resizeHandles val="exact"/>
        </dgm:presLayoutVars>
      </dgm:prSet>
      <dgm:spPr/>
    </dgm:pt>
    <dgm:pt modelId="{49D232C4-B812-4755-8F58-E55ED7C6B077}" type="pres">
      <dgm:prSet presAssocID="{98C7F3EC-CB4B-48C0-BDC1-4CCE4BEDE28B}" presName="compNode" presStyleCnt="0"/>
      <dgm:spPr/>
    </dgm:pt>
    <dgm:pt modelId="{E389DF8D-CFDE-4DD4-ADAC-A194C00213D2}" type="pres">
      <dgm:prSet presAssocID="{98C7F3EC-CB4B-48C0-BDC1-4CCE4BEDE28B}" presName="bgRect" presStyleLbl="bgShp" presStyleIdx="0" presStyleCnt="5"/>
      <dgm:spPr/>
    </dgm:pt>
    <dgm:pt modelId="{425BDF48-FE07-4510-B3FC-3A9CE4A0B14E}" type="pres">
      <dgm:prSet presAssocID="{98C7F3EC-CB4B-48C0-BDC1-4CCE4BEDE28B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67D4FE42-E93C-4AF8-A2CA-4F0F0F080452}" type="pres">
      <dgm:prSet presAssocID="{98C7F3EC-CB4B-48C0-BDC1-4CCE4BEDE28B}" presName="spaceRect" presStyleCnt="0"/>
      <dgm:spPr/>
    </dgm:pt>
    <dgm:pt modelId="{0BA31B00-66E1-4E0D-B0E6-F9D983DED694}" type="pres">
      <dgm:prSet presAssocID="{98C7F3EC-CB4B-48C0-BDC1-4CCE4BEDE28B}" presName="parTx" presStyleLbl="revTx" presStyleIdx="0" presStyleCnt="5">
        <dgm:presLayoutVars>
          <dgm:chMax val="0"/>
          <dgm:chPref val="0"/>
        </dgm:presLayoutVars>
      </dgm:prSet>
      <dgm:spPr/>
    </dgm:pt>
    <dgm:pt modelId="{E0D01DE3-3AD7-4425-8C68-D5E874BEF169}" type="pres">
      <dgm:prSet presAssocID="{153DE388-CB09-4A6D-AE26-D57FAB8C864F}" presName="sibTrans" presStyleCnt="0"/>
      <dgm:spPr/>
    </dgm:pt>
    <dgm:pt modelId="{BFE314FC-241B-441F-B625-957D2E68EC64}" type="pres">
      <dgm:prSet presAssocID="{360ADD13-C9D7-47DD-8AD8-B169C58BF2A2}" presName="compNode" presStyleCnt="0"/>
      <dgm:spPr/>
    </dgm:pt>
    <dgm:pt modelId="{3C0CDAE0-6B5C-42B4-85BA-105627FB940E}" type="pres">
      <dgm:prSet presAssocID="{360ADD13-C9D7-47DD-8AD8-B169C58BF2A2}" presName="bgRect" presStyleLbl="bgShp" presStyleIdx="1" presStyleCnt="5"/>
      <dgm:spPr/>
    </dgm:pt>
    <dgm:pt modelId="{EA5E52AA-6008-4CF2-AED2-FC5F99CBA734}" type="pres">
      <dgm:prSet presAssocID="{360ADD13-C9D7-47DD-8AD8-B169C58BF2A2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ement truck"/>
        </a:ext>
      </dgm:extLst>
    </dgm:pt>
    <dgm:pt modelId="{518ED564-3870-4AE9-8D65-E122574E70E0}" type="pres">
      <dgm:prSet presAssocID="{360ADD13-C9D7-47DD-8AD8-B169C58BF2A2}" presName="spaceRect" presStyleCnt="0"/>
      <dgm:spPr/>
    </dgm:pt>
    <dgm:pt modelId="{B5CB277F-F57A-45E1-A745-E89485041B11}" type="pres">
      <dgm:prSet presAssocID="{360ADD13-C9D7-47DD-8AD8-B169C58BF2A2}" presName="parTx" presStyleLbl="revTx" presStyleIdx="1" presStyleCnt="5">
        <dgm:presLayoutVars>
          <dgm:chMax val="0"/>
          <dgm:chPref val="0"/>
        </dgm:presLayoutVars>
      </dgm:prSet>
      <dgm:spPr/>
    </dgm:pt>
    <dgm:pt modelId="{7B29BAD9-786D-4B4A-8C46-4BFC1E643DF6}" type="pres">
      <dgm:prSet presAssocID="{C141EB02-7AA0-4839-80C0-0E0177ABDF2B}" presName="sibTrans" presStyleCnt="0"/>
      <dgm:spPr/>
    </dgm:pt>
    <dgm:pt modelId="{D52CEAD4-650F-44BB-8C82-7A7393B3A681}" type="pres">
      <dgm:prSet presAssocID="{0741A1A5-1952-4487-91F9-5E026C826311}" presName="compNode" presStyleCnt="0"/>
      <dgm:spPr/>
    </dgm:pt>
    <dgm:pt modelId="{B259A720-63D1-42F1-8EC7-22C7ABDCE795}" type="pres">
      <dgm:prSet presAssocID="{0741A1A5-1952-4487-91F9-5E026C826311}" presName="bgRect" presStyleLbl="bgShp" presStyleIdx="2" presStyleCnt="5"/>
      <dgm:spPr/>
    </dgm:pt>
    <dgm:pt modelId="{38929081-322D-4871-A721-8AD24574D985}" type="pres">
      <dgm:prSet presAssocID="{0741A1A5-1952-4487-91F9-5E026C826311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ine"/>
        </a:ext>
      </dgm:extLst>
    </dgm:pt>
    <dgm:pt modelId="{ABC3B526-F899-4CDD-919F-3D44231CD14C}" type="pres">
      <dgm:prSet presAssocID="{0741A1A5-1952-4487-91F9-5E026C826311}" presName="spaceRect" presStyleCnt="0"/>
      <dgm:spPr/>
    </dgm:pt>
    <dgm:pt modelId="{10AF25E8-D699-4D31-904B-8CC2A696D156}" type="pres">
      <dgm:prSet presAssocID="{0741A1A5-1952-4487-91F9-5E026C826311}" presName="parTx" presStyleLbl="revTx" presStyleIdx="2" presStyleCnt="5">
        <dgm:presLayoutVars>
          <dgm:chMax val="0"/>
          <dgm:chPref val="0"/>
        </dgm:presLayoutVars>
      </dgm:prSet>
      <dgm:spPr/>
    </dgm:pt>
    <dgm:pt modelId="{B81D7B8C-1889-4045-B4F4-23ED3624AEBE}" type="pres">
      <dgm:prSet presAssocID="{39C9FEEE-0C45-45BA-90E3-1C8616FAFCF4}" presName="sibTrans" presStyleCnt="0"/>
      <dgm:spPr/>
    </dgm:pt>
    <dgm:pt modelId="{C3F45421-166D-498C-AFED-724D8A22B370}" type="pres">
      <dgm:prSet presAssocID="{C96FB3C4-334B-4DA7-A916-1C71A95998A6}" presName="compNode" presStyleCnt="0"/>
      <dgm:spPr/>
    </dgm:pt>
    <dgm:pt modelId="{032C1E00-2B4A-4A47-A670-96574537CCFA}" type="pres">
      <dgm:prSet presAssocID="{C96FB3C4-334B-4DA7-A916-1C71A95998A6}" presName="bgRect" presStyleLbl="bgShp" presStyleIdx="3" presStyleCnt="5"/>
      <dgm:spPr/>
    </dgm:pt>
    <dgm:pt modelId="{C3F48169-0F60-4542-A768-C3AE284E446B}" type="pres">
      <dgm:prSet presAssocID="{C96FB3C4-334B-4DA7-A916-1C71A95998A6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anda"/>
        </a:ext>
      </dgm:extLst>
    </dgm:pt>
    <dgm:pt modelId="{615516B6-1C01-4848-8A77-3FC021DE75D2}" type="pres">
      <dgm:prSet presAssocID="{C96FB3C4-334B-4DA7-A916-1C71A95998A6}" presName="spaceRect" presStyleCnt="0"/>
      <dgm:spPr/>
    </dgm:pt>
    <dgm:pt modelId="{FABCE9E5-5A2F-4D23-97F0-BA6EBEBB59FD}" type="pres">
      <dgm:prSet presAssocID="{C96FB3C4-334B-4DA7-A916-1C71A95998A6}" presName="parTx" presStyleLbl="revTx" presStyleIdx="3" presStyleCnt="5">
        <dgm:presLayoutVars>
          <dgm:chMax val="0"/>
          <dgm:chPref val="0"/>
        </dgm:presLayoutVars>
      </dgm:prSet>
      <dgm:spPr/>
    </dgm:pt>
    <dgm:pt modelId="{0DAD0C27-F341-47D6-9460-D224B4FD694C}" type="pres">
      <dgm:prSet presAssocID="{63FAF515-ECD9-45BE-94EA-1F2A3BDCCEE0}" presName="sibTrans" presStyleCnt="0"/>
      <dgm:spPr/>
    </dgm:pt>
    <dgm:pt modelId="{68912031-EEDD-4806-82B3-85BB38A1B34D}" type="pres">
      <dgm:prSet presAssocID="{85089DF4-A5FF-4F20-85CF-CB70ABF5882E}" presName="compNode" presStyleCnt="0"/>
      <dgm:spPr/>
    </dgm:pt>
    <dgm:pt modelId="{999C7A58-FD7E-45F7-AE9F-B34D916A3461}" type="pres">
      <dgm:prSet presAssocID="{85089DF4-A5FF-4F20-85CF-CB70ABF5882E}" presName="bgRect" presStyleLbl="bgShp" presStyleIdx="4" presStyleCnt="5"/>
      <dgm:spPr/>
    </dgm:pt>
    <dgm:pt modelId="{2952F95A-281A-469F-BF4C-3CCC84BDEE27}" type="pres">
      <dgm:prSet presAssocID="{85089DF4-A5FF-4F20-85CF-CB70ABF5882E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E2ECA379-6948-45CC-9A2B-EC61642D9290}" type="pres">
      <dgm:prSet presAssocID="{85089DF4-A5FF-4F20-85CF-CB70ABF5882E}" presName="spaceRect" presStyleCnt="0"/>
      <dgm:spPr/>
    </dgm:pt>
    <dgm:pt modelId="{80B15350-D565-40B5-B108-7D9ADB745E30}" type="pres">
      <dgm:prSet presAssocID="{85089DF4-A5FF-4F20-85CF-CB70ABF5882E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99711411-12E3-4E95-A7A0-DADD1FB2B25C}" type="presOf" srcId="{C96FB3C4-334B-4DA7-A916-1C71A95998A6}" destId="{FABCE9E5-5A2F-4D23-97F0-BA6EBEBB59FD}" srcOrd="0" destOrd="0" presId="urn:microsoft.com/office/officeart/2018/2/layout/IconVerticalSolidList"/>
    <dgm:cxn modelId="{94483E19-8ADE-4096-8C24-9B8D8680DF32}" srcId="{C0DA545E-A759-4C91-879C-7508E2097ABD}" destId="{98C7F3EC-CB4B-48C0-BDC1-4CCE4BEDE28B}" srcOrd="0" destOrd="0" parTransId="{A8FCD940-3039-471D-8729-B8EE7EC5E68A}" sibTransId="{153DE388-CB09-4A6D-AE26-D57FAB8C864F}"/>
    <dgm:cxn modelId="{21D1E142-0B14-43BD-8454-42E1CF3A4E43}" type="presOf" srcId="{98C7F3EC-CB4B-48C0-BDC1-4CCE4BEDE28B}" destId="{0BA31B00-66E1-4E0D-B0E6-F9D983DED694}" srcOrd="0" destOrd="0" presId="urn:microsoft.com/office/officeart/2018/2/layout/IconVerticalSolidList"/>
    <dgm:cxn modelId="{B2D79059-788C-4591-8240-D9CFA126A4E5}" srcId="{C0DA545E-A759-4C91-879C-7508E2097ABD}" destId="{0741A1A5-1952-4487-91F9-5E026C826311}" srcOrd="2" destOrd="0" parTransId="{B9ECBA2A-274E-47D8-8524-E359AB95A82D}" sibTransId="{39C9FEEE-0C45-45BA-90E3-1C8616FAFCF4}"/>
    <dgm:cxn modelId="{68BA4087-C916-4063-98F6-06E8F4237C74}" type="presOf" srcId="{360ADD13-C9D7-47DD-8AD8-B169C58BF2A2}" destId="{B5CB277F-F57A-45E1-A745-E89485041B11}" srcOrd="0" destOrd="0" presId="urn:microsoft.com/office/officeart/2018/2/layout/IconVerticalSolidList"/>
    <dgm:cxn modelId="{18DDC3A9-51E7-4D88-AD6C-5D3E66E7C698}" srcId="{C0DA545E-A759-4C91-879C-7508E2097ABD}" destId="{C96FB3C4-334B-4DA7-A916-1C71A95998A6}" srcOrd="3" destOrd="0" parTransId="{A8BA7FE5-AF37-46F2-A1AB-C28AE244F443}" sibTransId="{63FAF515-ECD9-45BE-94EA-1F2A3BDCCEE0}"/>
    <dgm:cxn modelId="{C84DD2B2-D45D-464A-A9A3-EA556550F114}" srcId="{C0DA545E-A759-4C91-879C-7508E2097ABD}" destId="{360ADD13-C9D7-47DD-8AD8-B169C58BF2A2}" srcOrd="1" destOrd="0" parTransId="{250E3C9B-68C1-4926-B60B-D723DE89F688}" sibTransId="{C141EB02-7AA0-4839-80C0-0E0177ABDF2B}"/>
    <dgm:cxn modelId="{F7F8B4B3-DDDD-4702-A7B5-44227838F84B}" type="presOf" srcId="{85089DF4-A5FF-4F20-85CF-CB70ABF5882E}" destId="{80B15350-D565-40B5-B108-7D9ADB745E30}" srcOrd="0" destOrd="0" presId="urn:microsoft.com/office/officeart/2018/2/layout/IconVerticalSolidList"/>
    <dgm:cxn modelId="{47C483BA-4EF2-4884-B052-E9F5F9DF426D}" srcId="{C0DA545E-A759-4C91-879C-7508E2097ABD}" destId="{85089DF4-A5FF-4F20-85CF-CB70ABF5882E}" srcOrd="4" destOrd="0" parTransId="{86274D5F-199E-4D2F-82D1-B49800BD7665}" sibTransId="{17E21BD1-2752-49E4-83EF-A2A714C84E85}"/>
    <dgm:cxn modelId="{91AA71BF-0118-4F1B-BC1F-CD4C4B12D91F}" type="presOf" srcId="{0741A1A5-1952-4487-91F9-5E026C826311}" destId="{10AF25E8-D699-4D31-904B-8CC2A696D156}" srcOrd="0" destOrd="0" presId="urn:microsoft.com/office/officeart/2018/2/layout/IconVerticalSolidList"/>
    <dgm:cxn modelId="{A85F75CA-6BAB-4A8D-9374-AE45994B6148}" type="presOf" srcId="{C0DA545E-A759-4C91-879C-7508E2097ABD}" destId="{BE591450-DBA3-4439-9EA3-F9AC62D7828C}" srcOrd="0" destOrd="0" presId="urn:microsoft.com/office/officeart/2018/2/layout/IconVerticalSolidList"/>
    <dgm:cxn modelId="{E71D5350-CBF9-404B-BE90-0F877606A167}" type="presParOf" srcId="{BE591450-DBA3-4439-9EA3-F9AC62D7828C}" destId="{49D232C4-B812-4755-8F58-E55ED7C6B077}" srcOrd="0" destOrd="0" presId="urn:microsoft.com/office/officeart/2018/2/layout/IconVerticalSolidList"/>
    <dgm:cxn modelId="{CADE5484-21C7-4EF8-AB0F-BEB883100B3B}" type="presParOf" srcId="{49D232C4-B812-4755-8F58-E55ED7C6B077}" destId="{E389DF8D-CFDE-4DD4-ADAC-A194C00213D2}" srcOrd="0" destOrd="0" presId="urn:microsoft.com/office/officeart/2018/2/layout/IconVerticalSolidList"/>
    <dgm:cxn modelId="{0E36CF10-A104-4597-B5A3-ECAA5B52F328}" type="presParOf" srcId="{49D232C4-B812-4755-8F58-E55ED7C6B077}" destId="{425BDF48-FE07-4510-B3FC-3A9CE4A0B14E}" srcOrd="1" destOrd="0" presId="urn:microsoft.com/office/officeart/2018/2/layout/IconVerticalSolidList"/>
    <dgm:cxn modelId="{2B12BFC9-A054-41EE-B661-0AC1D55E4D23}" type="presParOf" srcId="{49D232C4-B812-4755-8F58-E55ED7C6B077}" destId="{67D4FE42-E93C-4AF8-A2CA-4F0F0F080452}" srcOrd="2" destOrd="0" presId="urn:microsoft.com/office/officeart/2018/2/layout/IconVerticalSolidList"/>
    <dgm:cxn modelId="{8D656699-B99C-497F-BC2A-CE6D76517B64}" type="presParOf" srcId="{49D232C4-B812-4755-8F58-E55ED7C6B077}" destId="{0BA31B00-66E1-4E0D-B0E6-F9D983DED694}" srcOrd="3" destOrd="0" presId="urn:microsoft.com/office/officeart/2018/2/layout/IconVerticalSolidList"/>
    <dgm:cxn modelId="{1CBD3FD7-098A-43A5-B5CF-5143500D9E39}" type="presParOf" srcId="{BE591450-DBA3-4439-9EA3-F9AC62D7828C}" destId="{E0D01DE3-3AD7-4425-8C68-D5E874BEF169}" srcOrd="1" destOrd="0" presId="urn:microsoft.com/office/officeart/2018/2/layout/IconVerticalSolidList"/>
    <dgm:cxn modelId="{07F623EB-03BC-4617-BD31-FD9C8793BEDE}" type="presParOf" srcId="{BE591450-DBA3-4439-9EA3-F9AC62D7828C}" destId="{BFE314FC-241B-441F-B625-957D2E68EC64}" srcOrd="2" destOrd="0" presId="urn:microsoft.com/office/officeart/2018/2/layout/IconVerticalSolidList"/>
    <dgm:cxn modelId="{9A67B394-5C49-457F-9586-A0166FA31ED4}" type="presParOf" srcId="{BFE314FC-241B-441F-B625-957D2E68EC64}" destId="{3C0CDAE0-6B5C-42B4-85BA-105627FB940E}" srcOrd="0" destOrd="0" presId="urn:microsoft.com/office/officeart/2018/2/layout/IconVerticalSolidList"/>
    <dgm:cxn modelId="{E8FBCC53-749B-493A-A96B-0657A665F1FC}" type="presParOf" srcId="{BFE314FC-241B-441F-B625-957D2E68EC64}" destId="{EA5E52AA-6008-4CF2-AED2-FC5F99CBA734}" srcOrd="1" destOrd="0" presId="urn:microsoft.com/office/officeart/2018/2/layout/IconVerticalSolidList"/>
    <dgm:cxn modelId="{10984A26-3077-48A8-B1B9-AFEA2F861D07}" type="presParOf" srcId="{BFE314FC-241B-441F-B625-957D2E68EC64}" destId="{518ED564-3870-4AE9-8D65-E122574E70E0}" srcOrd="2" destOrd="0" presId="urn:microsoft.com/office/officeart/2018/2/layout/IconVerticalSolidList"/>
    <dgm:cxn modelId="{2DAA733C-0C65-4CD0-91A4-3BEA0FD1B010}" type="presParOf" srcId="{BFE314FC-241B-441F-B625-957D2E68EC64}" destId="{B5CB277F-F57A-45E1-A745-E89485041B11}" srcOrd="3" destOrd="0" presId="urn:microsoft.com/office/officeart/2018/2/layout/IconVerticalSolidList"/>
    <dgm:cxn modelId="{304E2BC5-0FCE-4367-84FF-01FBE19666D5}" type="presParOf" srcId="{BE591450-DBA3-4439-9EA3-F9AC62D7828C}" destId="{7B29BAD9-786D-4B4A-8C46-4BFC1E643DF6}" srcOrd="3" destOrd="0" presId="urn:microsoft.com/office/officeart/2018/2/layout/IconVerticalSolidList"/>
    <dgm:cxn modelId="{BC41EED1-DE24-4C84-ADAA-EB5282C229AA}" type="presParOf" srcId="{BE591450-DBA3-4439-9EA3-F9AC62D7828C}" destId="{D52CEAD4-650F-44BB-8C82-7A7393B3A681}" srcOrd="4" destOrd="0" presId="urn:microsoft.com/office/officeart/2018/2/layout/IconVerticalSolidList"/>
    <dgm:cxn modelId="{AD3560EB-1527-4789-9D01-5FEF0926E599}" type="presParOf" srcId="{D52CEAD4-650F-44BB-8C82-7A7393B3A681}" destId="{B259A720-63D1-42F1-8EC7-22C7ABDCE795}" srcOrd="0" destOrd="0" presId="urn:microsoft.com/office/officeart/2018/2/layout/IconVerticalSolidList"/>
    <dgm:cxn modelId="{BF435365-8FD1-43BF-B155-7A55E6A20F82}" type="presParOf" srcId="{D52CEAD4-650F-44BB-8C82-7A7393B3A681}" destId="{38929081-322D-4871-A721-8AD24574D985}" srcOrd="1" destOrd="0" presId="urn:microsoft.com/office/officeart/2018/2/layout/IconVerticalSolidList"/>
    <dgm:cxn modelId="{348D3564-0A12-4936-BD72-7EDC67D1EA52}" type="presParOf" srcId="{D52CEAD4-650F-44BB-8C82-7A7393B3A681}" destId="{ABC3B526-F899-4CDD-919F-3D44231CD14C}" srcOrd="2" destOrd="0" presId="urn:microsoft.com/office/officeart/2018/2/layout/IconVerticalSolidList"/>
    <dgm:cxn modelId="{76EC8D1D-3E4A-42CF-93CC-1B30B9C11379}" type="presParOf" srcId="{D52CEAD4-650F-44BB-8C82-7A7393B3A681}" destId="{10AF25E8-D699-4D31-904B-8CC2A696D156}" srcOrd="3" destOrd="0" presId="urn:microsoft.com/office/officeart/2018/2/layout/IconVerticalSolidList"/>
    <dgm:cxn modelId="{EC54B2D5-457C-46D4-9D34-CE0403E4353E}" type="presParOf" srcId="{BE591450-DBA3-4439-9EA3-F9AC62D7828C}" destId="{B81D7B8C-1889-4045-B4F4-23ED3624AEBE}" srcOrd="5" destOrd="0" presId="urn:microsoft.com/office/officeart/2018/2/layout/IconVerticalSolidList"/>
    <dgm:cxn modelId="{54AED0E8-6123-41F8-937E-813C13DB1627}" type="presParOf" srcId="{BE591450-DBA3-4439-9EA3-F9AC62D7828C}" destId="{C3F45421-166D-498C-AFED-724D8A22B370}" srcOrd="6" destOrd="0" presId="urn:microsoft.com/office/officeart/2018/2/layout/IconVerticalSolidList"/>
    <dgm:cxn modelId="{BFCAA9DB-0EC8-4DF4-9857-963ED6AB835E}" type="presParOf" srcId="{C3F45421-166D-498C-AFED-724D8A22B370}" destId="{032C1E00-2B4A-4A47-A670-96574537CCFA}" srcOrd="0" destOrd="0" presId="urn:microsoft.com/office/officeart/2018/2/layout/IconVerticalSolidList"/>
    <dgm:cxn modelId="{4C68D647-DAB9-4772-A980-B69E049C1EE2}" type="presParOf" srcId="{C3F45421-166D-498C-AFED-724D8A22B370}" destId="{C3F48169-0F60-4542-A768-C3AE284E446B}" srcOrd="1" destOrd="0" presId="urn:microsoft.com/office/officeart/2018/2/layout/IconVerticalSolidList"/>
    <dgm:cxn modelId="{4250E659-AF08-4275-B4FC-E9A0DED1B1F2}" type="presParOf" srcId="{C3F45421-166D-498C-AFED-724D8A22B370}" destId="{615516B6-1C01-4848-8A77-3FC021DE75D2}" srcOrd="2" destOrd="0" presId="urn:microsoft.com/office/officeart/2018/2/layout/IconVerticalSolidList"/>
    <dgm:cxn modelId="{8FD3A2C2-007E-44D3-8201-ECD6B28AA8B8}" type="presParOf" srcId="{C3F45421-166D-498C-AFED-724D8A22B370}" destId="{FABCE9E5-5A2F-4D23-97F0-BA6EBEBB59FD}" srcOrd="3" destOrd="0" presId="urn:microsoft.com/office/officeart/2018/2/layout/IconVerticalSolidList"/>
    <dgm:cxn modelId="{E488CA5F-FF3B-4F1C-8ACE-20B8F293E66B}" type="presParOf" srcId="{BE591450-DBA3-4439-9EA3-F9AC62D7828C}" destId="{0DAD0C27-F341-47D6-9460-D224B4FD694C}" srcOrd="7" destOrd="0" presId="urn:microsoft.com/office/officeart/2018/2/layout/IconVerticalSolidList"/>
    <dgm:cxn modelId="{E912F50C-DCD9-4C5B-A1B1-A759DA2E8A83}" type="presParOf" srcId="{BE591450-DBA3-4439-9EA3-F9AC62D7828C}" destId="{68912031-EEDD-4806-82B3-85BB38A1B34D}" srcOrd="8" destOrd="0" presId="urn:microsoft.com/office/officeart/2018/2/layout/IconVerticalSolidList"/>
    <dgm:cxn modelId="{8DB33642-0E31-4204-B92A-9BD5BCB37A1A}" type="presParOf" srcId="{68912031-EEDD-4806-82B3-85BB38A1B34D}" destId="{999C7A58-FD7E-45F7-AE9F-B34D916A3461}" srcOrd="0" destOrd="0" presId="urn:microsoft.com/office/officeart/2018/2/layout/IconVerticalSolidList"/>
    <dgm:cxn modelId="{A26E0D6F-D5C1-46EC-8CC1-043F21F6493C}" type="presParOf" srcId="{68912031-EEDD-4806-82B3-85BB38A1B34D}" destId="{2952F95A-281A-469F-BF4C-3CCC84BDEE27}" srcOrd="1" destOrd="0" presId="urn:microsoft.com/office/officeart/2018/2/layout/IconVerticalSolidList"/>
    <dgm:cxn modelId="{B6738A61-600F-4755-993F-5688896538CE}" type="presParOf" srcId="{68912031-EEDD-4806-82B3-85BB38A1B34D}" destId="{E2ECA379-6948-45CC-9A2B-EC61642D9290}" srcOrd="2" destOrd="0" presId="urn:microsoft.com/office/officeart/2018/2/layout/IconVerticalSolidList"/>
    <dgm:cxn modelId="{2A0C9066-23D4-4A58-9623-E4F27DC14B93}" type="presParOf" srcId="{68912031-EEDD-4806-82B3-85BB38A1B34D}" destId="{80B15350-D565-40B5-B108-7D9ADB745E3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D3FAA73-5CFD-4B65-BC76-4A617B24BC55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8ACA733-8080-4886-A0D7-25E6717904AE}">
      <dgm:prSet/>
      <dgm:spPr/>
      <dgm:t>
        <a:bodyPr/>
        <a:lstStyle/>
        <a:p>
          <a:r>
            <a:rPr lang="en-GB"/>
            <a:t>GET /</a:t>
          </a:r>
          <a:endParaRPr lang="en-US"/>
        </a:p>
      </dgm:t>
    </dgm:pt>
    <dgm:pt modelId="{8D3C9BFC-95A8-46B0-986A-56DA963CDF0D}" type="parTrans" cxnId="{87085476-554F-4D41-9E0D-1C16F3E06F56}">
      <dgm:prSet/>
      <dgm:spPr/>
      <dgm:t>
        <a:bodyPr/>
        <a:lstStyle/>
        <a:p>
          <a:endParaRPr lang="en-US"/>
        </a:p>
      </dgm:t>
    </dgm:pt>
    <dgm:pt modelId="{C23C4D3E-7A20-4749-A56A-0B53EBC13620}" type="sibTrans" cxnId="{87085476-554F-4D41-9E0D-1C16F3E06F56}">
      <dgm:prSet/>
      <dgm:spPr/>
      <dgm:t>
        <a:bodyPr/>
        <a:lstStyle/>
        <a:p>
          <a:endParaRPr lang="en-US"/>
        </a:p>
      </dgm:t>
    </dgm:pt>
    <dgm:pt modelId="{CF55AEFF-9066-4535-A3DA-C30F439E3E6D}">
      <dgm:prSet/>
      <dgm:spPr/>
      <dgm:t>
        <a:bodyPr/>
        <a:lstStyle/>
        <a:p>
          <a:r>
            <a:rPr lang="en-GB"/>
            <a:t>Test endpoint: verifica che il servizio sia attivo</a:t>
          </a:r>
          <a:endParaRPr lang="en-US"/>
        </a:p>
      </dgm:t>
    </dgm:pt>
    <dgm:pt modelId="{EB0A8825-76B4-4FFC-AA1F-AD124897BD72}" type="parTrans" cxnId="{1E42B5C4-8CC8-4C62-82D2-FE7A12DCF2F2}">
      <dgm:prSet/>
      <dgm:spPr/>
      <dgm:t>
        <a:bodyPr/>
        <a:lstStyle/>
        <a:p>
          <a:endParaRPr lang="en-US"/>
        </a:p>
      </dgm:t>
    </dgm:pt>
    <dgm:pt modelId="{45CAFA6D-6406-40CB-9E4A-1FC8D11528FF}" type="sibTrans" cxnId="{1E42B5C4-8CC8-4C62-82D2-FE7A12DCF2F2}">
      <dgm:prSet/>
      <dgm:spPr/>
      <dgm:t>
        <a:bodyPr/>
        <a:lstStyle/>
        <a:p>
          <a:endParaRPr lang="en-US"/>
        </a:p>
      </dgm:t>
    </dgm:pt>
    <dgm:pt modelId="{0D6E147F-62FE-4437-BB1B-2BEAD343807A}">
      <dgm:prSet/>
      <dgm:spPr/>
      <dgm:t>
        <a:bodyPr/>
        <a:lstStyle/>
        <a:p>
          <a:r>
            <a:rPr lang="en-GB"/>
            <a:t>Response: {"message":"Hello FastAPI"}</a:t>
          </a:r>
          <a:endParaRPr lang="en-US"/>
        </a:p>
      </dgm:t>
    </dgm:pt>
    <dgm:pt modelId="{8C1A11E9-F6FB-4B18-BC5B-7BB256DEFA95}" type="parTrans" cxnId="{03E8FC98-2639-4BAD-A4F9-D1CA5FAFAAB1}">
      <dgm:prSet/>
      <dgm:spPr/>
      <dgm:t>
        <a:bodyPr/>
        <a:lstStyle/>
        <a:p>
          <a:endParaRPr lang="en-US"/>
        </a:p>
      </dgm:t>
    </dgm:pt>
    <dgm:pt modelId="{4B360E2D-D369-47E8-B6AA-42F7CC578C30}" type="sibTrans" cxnId="{03E8FC98-2639-4BAD-A4F9-D1CA5FAFAAB1}">
      <dgm:prSet/>
      <dgm:spPr/>
      <dgm:t>
        <a:bodyPr/>
        <a:lstStyle/>
        <a:p>
          <a:endParaRPr lang="en-US"/>
        </a:p>
      </dgm:t>
    </dgm:pt>
    <dgm:pt modelId="{677C301F-74B6-4F25-898E-B8F9B084368A}">
      <dgm:prSet/>
      <dgm:spPr/>
      <dgm:t>
        <a:bodyPr/>
        <a:lstStyle/>
        <a:p>
          <a:r>
            <a:rPr lang="en-GB"/>
            <a:t>POST /predict/mlr</a:t>
          </a:r>
          <a:endParaRPr lang="en-US"/>
        </a:p>
      </dgm:t>
    </dgm:pt>
    <dgm:pt modelId="{9C25D111-F5BE-4711-B900-9301EC7B6ABB}" type="parTrans" cxnId="{F2D142B4-B2EF-4B34-A364-08974E28CF80}">
      <dgm:prSet/>
      <dgm:spPr/>
      <dgm:t>
        <a:bodyPr/>
        <a:lstStyle/>
        <a:p>
          <a:endParaRPr lang="en-US"/>
        </a:p>
      </dgm:t>
    </dgm:pt>
    <dgm:pt modelId="{D083B21E-E313-4E61-BB22-18A649B4D3A2}" type="sibTrans" cxnId="{F2D142B4-B2EF-4B34-A364-08974E28CF80}">
      <dgm:prSet/>
      <dgm:spPr/>
      <dgm:t>
        <a:bodyPr/>
        <a:lstStyle/>
        <a:p>
          <a:endParaRPr lang="en-US"/>
        </a:p>
      </dgm:t>
    </dgm:pt>
    <dgm:pt modelId="{A8673F14-2FC5-470E-9535-5AF6E3655EB8}">
      <dgm:prSet/>
      <dgm:spPr/>
      <dgm:t>
        <a:bodyPr/>
        <a:lstStyle/>
        <a:p>
          <a:r>
            <a:rPr lang="en-GB"/>
            <a:t>Predizione con </a:t>
          </a:r>
          <a:r>
            <a:rPr lang="en-GB" b="1"/>
            <a:t>Logistic Regression pipeline</a:t>
          </a:r>
          <a:endParaRPr lang="en-US"/>
        </a:p>
      </dgm:t>
    </dgm:pt>
    <dgm:pt modelId="{50633122-0186-4C2A-8A35-EA2C6A1F2587}" type="parTrans" cxnId="{D507E79E-57FB-490D-B0EF-A180F824CC73}">
      <dgm:prSet/>
      <dgm:spPr/>
      <dgm:t>
        <a:bodyPr/>
        <a:lstStyle/>
        <a:p>
          <a:endParaRPr lang="en-US"/>
        </a:p>
      </dgm:t>
    </dgm:pt>
    <dgm:pt modelId="{2A5181F9-2242-4F8E-A275-353B35C37F44}" type="sibTrans" cxnId="{D507E79E-57FB-490D-B0EF-A180F824CC73}">
      <dgm:prSet/>
      <dgm:spPr/>
      <dgm:t>
        <a:bodyPr/>
        <a:lstStyle/>
        <a:p>
          <a:endParaRPr lang="en-US"/>
        </a:p>
      </dgm:t>
    </dgm:pt>
    <dgm:pt modelId="{20CCB001-C8BE-4667-B5F5-CAC65044B221}">
      <dgm:prSet/>
      <dgm:spPr/>
      <dgm:t>
        <a:bodyPr/>
        <a:lstStyle/>
        <a:p>
          <a:r>
            <a:rPr lang="en-GB"/>
            <a:t>POST /predict/knn</a:t>
          </a:r>
          <a:endParaRPr lang="en-US"/>
        </a:p>
      </dgm:t>
    </dgm:pt>
    <dgm:pt modelId="{C09E3185-C75E-4DFF-93C3-CA02BB71F485}" type="parTrans" cxnId="{91339145-C338-4FD4-A561-2DF37D7B687A}">
      <dgm:prSet/>
      <dgm:spPr/>
      <dgm:t>
        <a:bodyPr/>
        <a:lstStyle/>
        <a:p>
          <a:endParaRPr lang="en-US"/>
        </a:p>
      </dgm:t>
    </dgm:pt>
    <dgm:pt modelId="{10B0A1F4-658C-4746-A608-CBB9949884FA}" type="sibTrans" cxnId="{91339145-C338-4FD4-A561-2DF37D7B687A}">
      <dgm:prSet/>
      <dgm:spPr/>
      <dgm:t>
        <a:bodyPr/>
        <a:lstStyle/>
        <a:p>
          <a:endParaRPr lang="en-US"/>
        </a:p>
      </dgm:t>
    </dgm:pt>
    <dgm:pt modelId="{72917DD7-7275-4E57-AC03-01BA11855F35}">
      <dgm:prSet/>
      <dgm:spPr/>
      <dgm:t>
        <a:bodyPr/>
        <a:lstStyle/>
        <a:p>
          <a:r>
            <a:rPr lang="en-GB" dirty="0" err="1"/>
            <a:t>Predizione</a:t>
          </a:r>
          <a:r>
            <a:rPr lang="en-GB" dirty="0"/>
            <a:t> con </a:t>
          </a:r>
          <a:r>
            <a:rPr lang="en-GB" b="1" dirty="0"/>
            <a:t>KNN pipeline</a:t>
          </a:r>
          <a:endParaRPr lang="en-US" dirty="0"/>
        </a:p>
      </dgm:t>
    </dgm:pt>
    <dgm:pt modelId="{11724A87-C3C1-4CD3-83FF-CBDC8414DBFE}" type="parTrans" cxnId="{28C142B1-B440-404A-816C-437536630FB1}">
      <dgm:prSet/>
      <dgm:spPr/>
      <dgm:t>
        <a:bodyPr/>
        <a:lstStyle/>
        <a:p>
          <a:endParaRPr lang="en-US"/>
        </a:p>
      </dgm:t>
    </dgm:pt>
    <dgm:pt modelId="{7E0BB679-8D3B-4205-813E-15D3389C97A8}" type="sibTrans" cxnId="{28C142B1-B440-404A-816C-437536630FB1}">
      <dgm:prSet/>
      <dgm:spPr/>
      <dgm:t>
        <a:bodyPr/>
        <a:lstStyle/>
        <a:p>
          <a:endParaRPr lang="en-US"/>
        </a:p>
      </dgm:t>
    </dgm:pt>
    <dgm:pt modelId="{A8239D08-0724-9944-989D-3D94B3C4BA08}" type="pres">
      <dgm:prSet presAssocID="{6D3FAA73-5CFD-4B65-BC76-4A617B24BC55}" presName="linear" presStyleCnt="0">
        <dgm:presLayoutVars>
          <dgm:dir/>
          <dgm:animLvl val="lvl"/>
          <dgm:resizeHandles val="exact"/>
        </dgm:presLayoutVars>
      </dgm:prSet>
      <dgm:spPr/>
    </dgm:pt>
    <dgm:pt modelId="{E4A4A93F-D79D-D143-BBA4-FB5872C74290}" type="pres">
      <dgm:prSet presAssocID="{38ACA733-8080-4886-A0D7-25E6717904AE}" presName="parentLin" presStyleCnt="0"/>
      <dgm:spPr/>
    </dgm:pt>
    <dgm:pt modelId="{F94E9357-2E80-0F40-89F1-FC0048EE6A92}" type="pres">
      <dgm:prSet presAssocID="{38ACA733-8080-4886-A0D7-25E6717904AE}" presName="parentLeftMargin" presStyleLbl="node1" presStyleIdx="0" presStyleCnt="3"/>
      <dgm:spPr/>
    </dgm:pt>
    <dgm:pt modelId="{E842A69A-094D-4B4B-813A-603AF7CBECC2}" type="pres">
      <dgm:prSet presAssocID="{38ACA733-8080-4886-A0D7-25E6717904AE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A141F38-C333-2D43-91DF-B26451B35DCA}" type="pres">
      <dgm:prSet presAssocID="{38ACA733-8080-4886-A0D7-25E6717904AE}" presName="negativeSpace" presStyleCnt="0"/>
      <dgm:spPr/>
    </dgm:pt>
    <dgm:pt modelId="{5C6F5279-5929-EE4B-8E5E-594C5682C468}" type="pres">
      <dgm:prSet presAssocID="{38ACA733-8080-4886-A0D7-25E6717904AE}" presName="childText" presStyleLbl="conFgAcc1" presStyleIdx="0" presStyleCnt="3">
        <dgm:presLayoutVars>
          <dgm:bulletEnabled val="1"/>
        </dgm:presLayoutVars>
      </dgm:prSet>
      <dgm:spPr/>
    </dgm:pt>
    <dgm:pt modelId="{D767D06B-22A5-3945-A5F0-66F3039BA167}" type="pres">
      <dgm:prSet presAssocID="{C23C4D3E-7A20-4749-A56A-0B53EBC13620}" presName="spaceBetweenRectangles" presStyleCnt="0"/>
      <dgm:spPr/>
    </dgm:pt>
    <dgm:pt modelId="{FC826E32-C46E-6244-96AB-D3C7DB0ED0B8}" type="pres">
      <dgm:prSet presAssocID="{677C301F-74B6-4F25-898E-B8F9B084368A}" presName="parentLin" presStyleCnt="0"/>
      <dgm:spPr/>
    </dgm:pt>
    <dgm:pt modelId="{C7144B3B-60E4-3F4C-9AC6-E5F77847C5C2}" type="pres">
      <dgm:prSet presAssocID="{677C301F-74B6-4F25-898E-B8F9B084368A}" presName="parentLeftMargin" presStyleLbl="node1" presStyleIdx="0" presStyleCnt="3"/>
      <dgm:spPr/>
    </dgm:pt>
    <dgm:pt modelId="{F9952665-9A7F-4D48-B873-E9AFEF13B001}" type="pres">
      <dgm:prSet presAssocID="{677C301F-74B6-4F25-898E-B8F9B084368A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A290A3E-AFF0-A042-88A9-6D9105869128}" type="pres">
      <dgm:prSet presAssocID="{677C301F-74B6-4F25-898E-B8F9B084368A}" presName="negativeSpace" presStyleCnt="0"/>
      <dgm:spPr/>
    </dgm:pt>
    <dgm:pt modelId="{302DAE27-E954-4940-AC48-D8695C6C0BE9}" type="pres">
      <dgm:prSet presAssocID="{677C301F-74B6-4F25-898E-B8F9B084368A}" presName="childText" presStyleLbl="conFgAcc1" presStyleIdx="1" presStyleCnt="3">
        <dgm:presLayoutVars>
          <dgm:bulletEnabled val="1"/>
        </dgm:presLayoutVars>
      </dgm:prSet>
      <dgm:spPr/>
    </dgm:pt>
    <dgm:pt modelId="{1D7EB6E3-658F-B748-BF85-B69ED3E01792}" type="pres">
      <dgm:prSet presAssocID="{D083B21E-E313-4E61-BB22-18A649B4D3A2}" presName="spaceBetweenRectangles" presStyleCnt="0"/>
      <dgm:spPr/>
    </dgm:pt>
    <dgm:pt modelId="{8193DFFD-10B9-0D49-B626-8142BD74DFB3}" type="pres">
      <dgm:prSet presAssocID="{20CCB001-C8BE-4667-B5F5-CAC65044B221}" presName="parentLin" presStyleCnt="0"/>
      <dgm:spPr/>
    </dgm:pt>
    <dgm:pt modelId="{C32F96F1-B71A-8548-9A1D-EE0695E80F7B}" type="pres">
      <dgm:prSet presAssocID="{20CCB001-C8BE-4667-B5F5-CAC65044B221}" presName="parentLeftMargin" presStyleLbl="node1" presStyleIdx="1" presStyleCnt="3"/>
      <dgm:spPr/>
    </dgm:pt>
    <dgm:pt modelId="{07C5485E-DAAE-A74E-A5BD-29D28733A94B}" type="pres">
      <dgm:prSet presAssocID="{20CCB001-C8BE-4667-B5F5-CAC65044B221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E5202FD0-E13F-AE42-AF4E-C22B0EA2FEB5}" type="pres">
      <dgm:prSet presAssocID="{20CCB001-C8BE-4667-B5F5-CAC65044B221}" presName="negativeSpace" presStyleCnt="0"/>
      <dgm:spPr/>
    </dgm:pt>
    <dgm:pt modelId="{40A5C75B-9F14-0941-9F9A-8F1CE064AA06}" type="pres">
      <dgm:prSet presAssocID="{20CCB001-C8BE-4667-B5F5-CAC65044B221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CC151912-DBAB-8D4C-AB76-317BC990D668}" type="presOf" srcId="{677C301F-74B6-4F25-898E-B8F9B084368A}" destId="{C7144B3B-60E4-3F4C-9AC6-E5F77847C5C2}" srcOrd="0" destOrd="0" presId="urn:microsoft.com/office/officeart/2005/8/layout/list1"/>
    <dgm:cxn modelId="{8A3BBF26-891E-444C-B728-67F04F7896A8}" type="presOf" srcId="{6D3FAA73-5CFD-4B65-BC76-4A617B24BC55}" destId="{A8239D08-0724-9944-989D-3D94B3C4BA08}" srcOrd="0" destOrd="0" presId="urn:microsoft.com/office/officeart/2005/8/layout/list1"/>
    <dgm:cxn modelId="{C633B93B-8DCA-2C41-8F3C-F62FF247A4F4}" type="presOf" srcId="{38ACA733-8080-4886-A0D7-25E6717904AE}" destId="{E842A69A-094D-4B4B-813A-603AF7CBECC2}" srcOrd="1" destOrd="0" presId="urn:microsoft.com/office/officeart/2005/8/layout/list1"/>
    <dgm:cxn modelId="{CA4A0C3F-9AEE-924B-8E40-3569A19CD9C6}" type="presOf" srcId="{20CCB001-C8BE-4667-B5F5-CAC65044B221}" destId="{07C5485E-DAAE-A74E-A5BD-29D28733A94B}" srcOrd="1" destOrd="0" presId="urn:microsoft.com/office/officeart/2005/8/layout/list1"/>
    <dgm:cxn modelId="{91339145-C338-4FD4-A561-2DF37D7B687A}" srcId="{6D3FAA73-5CFD-4B65-BC76-4A617B24BC55}" destId="{20CCB001-C8BE-4667-B5F5-CAC65044B221}" srcOrd="2" destOrd="0" parTransId="{C09E3185-C75E-4DFF-93C3-CA02BB71F485}" sibTransId="{10B0A1F4-658C-4746-A608-CBB9949884FA}"/>
    <dgm:cxn modelId="{7F46C052-5997-C142-8F1D-8D882F06554D}" type="presOf" srcId="{72917DD7-7275-4E57-AC03-01BA11855F35}" destId="{40A5C75B-9F14-0941-9F9A-8F1CE064AA06}" srcOrd="0" destOrd="0" presId="urn:microsoft.com/office/officeart/2005/8/layout/list1"/>
    <dgm:cxn modelId="{4C922D5A-126E-604F-BCBE-0628DAB7F271}" type="presOf" srcId="{677C301F-74B6-4F25-898E-B8F9B084368A}" destId="{F9952665-9A7F-4D48-B873-E9AFEF13B001}" srcOrd="1" destOrd="0" presId="urn:microsoft.com/office/officeart/2005/8/layout/list1"/>
    <dgm:cxn modelId="{4C3ED35B-ACEE-C847-96CD-FE83D64F4A10}" type="presOf" srcId="{CF55AEFF-9066-4535-A3DA-C30F439E3E6D}" destId="{5C6F5279-5929-EE4B-8E5E-594C5682C468}" srcOrd="0" destOrd="0" presId="urn:microsoft.com/office/officeart/2005/8/layout/list1"/>
    <dgm:cxn modelId="{F1A5C362-A182-0443-A9FD-7776FD2B99D3}" type="presOf" srcId="{38ACA733-8080-4886-A0D7-25E6717904AE}" destId="{F94E9357-2E80-0F40-89F1-FC0048EE6A92}" srcOrd="0" destOrd="0" presId="urn:microsoft.com/office/officeart/2005/8/layout/list1"/>
    <dgm:cxn modelId="{87085476-554F-4D41-9E0D-1C16F3E06F56}" srcId="{6D3FAA73-5CFD-4B65-BC76-4A617B24BC55}" destId="{38ACA733-8080-4886-A0D7-25E6717904AE}" srcOrd="0" destOrd="0" parTransId="{8D3C9BFC-95A8-46B0-986A-56DA963CDF0D}" sibTransId="{C23C4D3E-7A20-4749-A56A-0B53EBC13620}"/>
    <dgm:cxn modelId="{6354CC7F-15A1-7447-A148-5C59DD1847EA}" type="presOf" srcId="{0D6E147F-62FE-4437-BB1B-2BEAD343807A}" destId="{5C6F5279-5929-EE4B-8E5E-594C5682C468}" srcOrd="0" destOrd="1" presId="urn:microsoft.com/office/officeart/2005/8/layout/list1"/>
    <dgm:cxn modelId="{03E8FC98-2639-4BAD-A4F9-D1CA5FAFAAB1}" srcId="{38ACA733-8080-4886-A0D7-25E6717904AE}" destId="{0D6E147F-62FE-4437-BB1B-2BEAD343807A}" srcOrd="1" destOrd="0" parTransId="{8C1A11E9-F6FB-4B18-BC5B-7BB256DEFA95}" sibTransId="{4B360E2D-D369-47E8-B6AA-42F7CC578C30}"/>
    <dgm:cxn modelId="{D507E79E-57FB-490D-B0EF-A180F824CC73}" srcId="{677C301F-74B6-4F25-898E-B8F9B084368A}" destId="{A8673F14-2FC5-470E-9535-5AF6E3655EB8}" srcOrd="0" destOrd="0" parTransId="{50633122-0186-4C2A-8A35-EA2C6A1F2587}" sibTransId="{2A5181F9-2242-4F8E-A275-353B35C37F44}"/>
    <dgm:cxn modelId="{28C142B1-B440-404A-816C-437536630FB1}" srcId="{20CCB001-C8BE-4667-B5F5-CAC65044B221}" destId="{72917DD7-7275-4E57-AC03-01BA11855F35}" srcOrd="0" destOrd="0" parTransId="{11724A87-C3C1-4CD3-83FF-CBDC8414DBFE}" sibTransId="{7E0BB679-8D3B-4205-813E-15D3389C97A8}"/>
    <dgm:cxn modelId="{F2D142B4-B2EF-4B34-A364-08974E28CF80}" srcId="{6D3FAA73-5CFD-4B65-BC76-4A617B24BC55}" destId="{677C301F-74B6-4F25-898E-B8F9B084368A}" srcOrd="1" destOrd="0" parTransId="{9C25D111-F5BE-4711-B900-9301EC7B6ABB}" sibTransId="{D083B21E-E313-4E61-BB22-18A649B4D3A2}"/>
    <dgm:cxn modelId="{5AFCDBB8-B0DA-144F-96F9-520599B18F35}" type="presOf" srcId="{A8673F14-2FC5-470E-9535-5AF6E3655EB8}" destId="{302DAE27-E954-4940-AC48-D8695C6C0BE9}" srcOrd="0" destOrd="0" presId="urn:microsoft.com/office/officeart/2005/8/layout/list1"/>
    <dgm:cxn modelId="{1E42B5C4-8CC8-4C62-82D2-FE7A12DCF2F2}" srcId="{38ACA733-8080-4886-A0D7-25E6717904AE}" destId="{CF55AEFF-9066-4535-A3DA-C30F439E3E6D}" srcOrd="0" destOrd="0" parTransId="{EB0A8825-76B4-4FFC-AA1F-AD124897BD72}" sibTransId="{45CAFA6D-6406-40CB-9E4A-1FC8D11528FF}"/>
    <dgm:cxn modelId="{E02E07D9-02E8-214B-9208-8C7588C9C168}" type="presOf" srcId="{20CCB001-C8BE-4667-B5F5-CAC65044B221}" destId="{C32F96F1-B71A-8548-9A1D-EE0695E80F7B}" srcOrd="0" destOrd="0" presId="urn:microsoft.com/office/officeart/2005/8/layout/list1"/>
    <dgm:cxn modelId="{57732CA8-512A-CA46-9701-D75C2FA0A938}" type="presParOf" srcId="{A8239D08-0724-9944-989D-3D94B3C4BA08}" destId="{E4A4A93F-D79D-D143-BBA4-FB5872C74290}" srcOrd="0" destOrd="0" presId="urn:microsoft.com/office/officeart/2005/8/layout/list1"/>
    <dgm:cxn modelId="{EDE84FE5-C5B1-ED45-AF70-E3B7EDBE4437}" type="presParOf" srcId="{E4A4A93F-D79D-D143-BBA4-FB5872C74290}" destId="{F94E9357-2E80-0F40-89F1-FC0048EE6A92}" srcOrd="0" destOrd="0" presId="urn:microsoft.com/office/officeart/2005/8/layout/list1"/>
    <dgm:cxn modelId="{DA91D76E-3D4D-2948-AEE2-E014438814F5}" type="presParOf" srcId="{E4A4A93F-D79D-D143-BBA4-FB5872C74290}" destId="{E842A69A-094D-4B4B-813A-603AF7CBECC2}" srcOrd="1" destOrd="0" presId="urn:microsoft.com/office/officeart/2005/8/layout/list1"/>
    <dgm:cxn modelId="{E5EF155B-44BF-784D-8E07-87CB435220F3}" type="presParOf" srcId="{A8239D08-0724-9944-989D-3D94B3C4BA08}" destId="{8A141F38-C333-2D43-91DF-B26451B35DCA}" srcOrd="1" destOrd="0" presId="urn:microsoft.com/office/officeart/2005/8/layout/list1"/>
    <dgm:cxn modelId="{B3483F46-12A4-254D-B774-FE5F1C905488}" type="presParOf" srcId="{A8239D08-0724-9944-989D-3D94B3C4BA08}" destId="{5C6F5279-5929-EE4B-8E5E-594C5682C468}" srcOrd="2" destOrd="0" presId="urn:microsoft.com/office/officeart/2005/8/layout/list1"/>
    <dgm:cxn modelId="{D558E16C-F45F-D44E-A91A-61180EA44DD8}" type="presParOf" srcId="{A8239D08-0724-9944-989D-3D94B3C4BA08}" destId="{D767D06B-22A5-3945-A5F0-66F3039BA167}" srcOrd="3" destOrd="0" presId="urn:microsoft.com/office/officeart/2005/8/layout/list1"/>
    <dgm:cxn modelId="{B64719BB-AD97-BC48-BDCB-11A5C4A8B0E8}" type="presParOf" srcId="{A8239D08-0724-9944-989D-3D94B3C4BA08}" destId="{FC826E32-C46E-6244-96AB-D3C7DB0ED0B8}" srcOrd="4" destOrd="0" presId="urn:microsoft.com/office/officeart/2005/8/layout/list1"/>
    <dgm:cxn modelId="{7F05FCB3-B249-104F-BACB-A4DBC108DF7E}" type="presParOf" srcId="{FC826E32-C46E-6244-96AB-D3C7DB0ED0B8}" destId="{C7144B3B-60E4-3F4C-9AC6-E5F77847C5C2}" srcOrd="0" destOrd="0" presId="urn:microsoft.com/office/officeart/2005/8/layout/list1"/>
    <dgm:cxn modelId="{F5698FD9-5A84-DB41-BBF0-D9609466CA0A}" type="presParOf" srcId="{FC826E32-C46E-6244-96AB-D3C7DB0ED0B8}" destId="{F9952665-9A7F-4D48-B873-E9AFEF13B001}" srcOrd="1" destOrd="0" presId="urn:microsoft.com/office/officeart/2005/8/layout/list1"/>
    <dgm:cxn modelId="{2DEF3200-9892-4A4F-BBAF-CE4371933FBC}" type="presParOf" srcId="{A8239D08-0724-9944-989D-3D94B3C4BA08}" destId="{BA290A3E-AFF0-A042-88A9-6D9105869128}" srcOrd="5" destOrd="0" presId="urn:microsoft.com/office/officeart/2005/8/layout/list1"/>
    <dgm:cxn modelId="{E7DF73E7-4313-E245-B69B-C0CBD99A360F}" type="presParOf" srcId="{A8239D08-0724-9944-989D-3D94B3C4BA08}" destId="{302DAE27-E954-4940-AC48-D8695C6C0BE9}" srcOrd="6" destOrd="0" presId="urn:microsoft.com/office/officeart/2005/8/layout/list1"/>
    <dgm:cxn modelId="{27AA3979-30F0-8743-88BC-F4D09E619105}" type="presParOf" srcId="{A8239D08-0724-9944-989D-3D94B3C4BA08}" destId="{1D7EB6E3-658F-B748-BF85-B69ED3E01792}" srcOrd="7" destOrd="0" presId="urn:microsoft.com/office/officeart/2005/8/layout/list1"/>
    <dgm:cxn modelId="{DFC4B6DF-2CE5-DD49-B278-64F4FC7E6F18}" type="presParOf" srcId="{A8239D08-0724-9944-989D-3D94B3C4BA08}" destId="{8193DFFD-10B9-0D49-B626-8142BD74DFB3}" srcOrd="8" destOrd="0" presId="urn:microsoft.com/office/officeart/2005/8/layout/list1"/>
    <dgm:cxn modelId="{33B715D9-FCAD-3249-86BE-C52826EF2CAE}" type="presParOf" srcId="{8193DFFD-10B9-0D49-B626-8142BD74DFB3}" destId="{C32F96F1-B71A-8548-9A1D-EE0695E80F7B}" srcOrd="0" destOrd="0" presId="urn:microsoft.com/office/officeart/2005/8/layout/list1"/>
    <dgm:cxn modelId="{310E9070-3E61-C244-A368-930B7A5A084F}" type="presParOf" srcId="{8193DFFD-10B9-0D49-B626-8142BD74DFB3}" destId="{07C5485E-DAAE-A74E-A5BD-29D28733A94B}" srcOrd="1" destOrd="0" presId="urn:microsoft.com/office/officeart/2005/8/layout/list1"/>
    <dgm:cxn modelId="{1855DD1F-3365-B841-8788-2198DFA0A72B}" type="presParOf" srcId="{A8239D08-0724-9944-989D-3D94B3C4BA08}" destId="{E5202FD0-E13F-AE42-AF4E-C22B0EA2FEB5}" srcOrd="9" destOrd="0" presId="urn:microsoft.com/office/officeart/2005/8/layout/list1"/>
    <dgm:cxn modelId="{C57C3102-ECB7-3F44-AE90-CBD6CE48681E}" type="presParOf" srcId="{A8239D08-0724-9944-989D-3D94B3C4BA08}" destId="{40A5C75B-9F14-0941-9F9A-8F1CE064AA06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0CDDF6-50F4-4015-9F43-A1B950638B40}">
      <dsp:nvSpPr>
        <dsp:cNvPr id="0" name=""/>
        <dsp:cNvSpPr/>
      </dsp:nvSpPr>
      <dsp:spPr>
        <a:xfrm>
          <a:off x="738477" y="1037662"/>
          <a:ext cx="1079825" cy="10798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C4EEF3-98C4-493E-8476-7EB3C3BAB71C}">
      <dsp:nvSpPr>
        <dsp:cNvPr id="0" name=""/>
        <dsp:cNvSpPr/>
      </dsp:nvSpPr>
      <dsp:spPr>
        <a:xfrm>
          <a:off x="78583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Predire la classe del vino (3 classi) da feature chimico-fisiche</a:t>
          </a:r>
        </a:p>
      </dsp:txBody>
      <dsp:txXfrm>
        <a:off x="78583" y="2435142"/>
        <a:ext cx="2399612" cy="720000"/>
      </dsp:txXfrm>
    </dsp:sp>
    <dsp:sp modelId="{35F11160-9408-463F-AB64-B23FB86DB85A}">
      <dsp:nvSpPr>
        <dsp:cNvPr id="0" name=""/>
        <dsp:cNvSpPr/>
      </dsp:nvSpPr>
      <dsp:spPr>
        <a:xfrm>
          <a:off x="3558022" y="1037662"/>
          <a:ext cx="1079825" cy="10798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0FC138-910A-46FD-9D7A-EFEF5271E332}">
      <dsp:nvSpPr>
        <dsp:cNvPr id="0" name=""/>
        <dsp:cNvSpPr/>
      </dsp:nvSpPr>
      <dsp:spPr>
        <a:xfrm>
          <a:off x="2898129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Task: multi-class classification supervisionata</a:t>
          </a:r>
        </a:p>
      </dsp:txBody>
      <dsp:txXfrm>
        <a:off x="2898129" y="2435142"/>
        <a:ext cx="2399612" cy="720000"/>
      </dsp:txXfrm>
    </dsp:sp>
    <dsp:sp modelId="{FF282DC0-0851-4324-B656-B7DC8A084CB0}">
      <dsp:nvSpPr>
        <dsp:cNvPr id="0" name=""/>
        <dsp:cNvSpPr/>
      </dsp:nvSpPr>
      <dsp:spPr>
        <a:xfrm>
          <a:off x="6377567" y="1037662"/>
          <a:ext cx="1079825" cy="10798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90CC29-EA9A-412B-AFEE-E5A3161944B6}">
      <dsp:nvSpPr>
        <dsp:cNvPr id="0" name=""/>
        <dsp:cNvSpPr/>
      </dsp:nvSpPr>
      <dsp:spPr>
        <a:xfrm>
          <a:off x="5717674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Output: </a:t>
          </a:r>
          <a:r>
            <a:rPr lang="en-US" sz="1700" kern="1200" dirty="0" err="1"/>
            <a:t>etichetta</a:t>
          </a:r>
          <a:r>
            <a:rPr lang="en-US" sz="1700" kern="1200" dirty="0"/>
            <a:t> di </a:t>
          </a:r>
          <a:r>
            <a:rPr lang="en-US" sz="1700" kern="1200" dirty="0" err="1"/>
            <a:t>classe</a:t>
          </a:r>
          <a:r>
            <a:rPr lang="en-US" sz="1700" kern="1200" dirty="0"/>
            <a:t> (0/1/2)</a:t>
          </a:r>
        </a:p>
      </dsp:txBody>
      <dsp:txXfrm>
        <a:off x="5717674" y="2435142"/>
        <a:ext cx="2399612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6B85C0-CA3C-486E-A24F-7235C090B3A8}">
      <dsp:nvSpPr>
        <dsp:cNvPr id="0" name=""/>
        <dsp:cNvSpPr/>
      </dsp:nvSpPr>
      <dsp:spPr>
        <a:xfrm>
          <a:off x="520435" y="1196282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959F2B-AA8D-4750-B306-109E51288B83}">
      <dsp:nvSpPr>
        <dsp:cNvPr id="0" name=""/>
        <dsp:cNvSpPr/>
      </dsp:nvSpPr>
      <dsp:spPr>
        <a:xfrm>
          <a:off x="25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Train/Test split con stratificazione</a:t>
          </a:r>
        </a:p>
      </dsp:txBody>
      <dsp:txXfrm>
        <a:off x="25435" y="2276522"/>
        <a:ext cx="1800000" cy="720000"/>
      </dsp:txXfrm>
    </dsp:sp>
    <dsp:sp modelId="{7696BABC-875F-4A7E-BC3A-D6FF82B80D5F}">
      <dsp:nvSpPr>
        <dsp:cNvPr id="0" name=""/>
        <dsp:cNvSpPr/>
      </dsp:nvSpPr>
      <dsp:spPr>
        <a:xfrm>
          <a:off x="2635435" y="1196282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A66A40-42AF-48F4-884C-72A5458AEB27}">
      <dsp:nvSpPr>
        <dsp:cNvPr id="0" name=""/>
        <dsp:cNvSpPr/>
      </dsp:nvSpPr>
      <dsp:spPr>
        <a:xfrm>
          <a:off x="2140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Pipeline = scaling + </a:t>
          </a:r>
          <a:r>
            <a:rPr lang="en-US" sz="1700" kern="1200" dirty="0" err="1"/>
            <a:t>modello</a:t>
          </a:r>
          <a:endParaRPr lang="en-US" sz="1700" kern="1200" dirty="0"/>
        </a:p>
      </dsp:txBody>
      <dsp:txXfrm>
        <a:off x="2140435" y="2276522"/>
        <a:ext cx="1800000" cy="720000"/>
      </dsp:txXfrm>
    </dsp:sp>
    <dsp:sp modelId="{5C3DA482-A745-4CC5-87CA-DA6FBD48BFCA}">
      <dsp:nvSpPr>
        <dsp:cNvPr id="0" name=""/>
        <dsp:cNvSpPr/>
      </dsp:nvSpPr>
      <dsp:spPr>
        <a:xfrm>
          <a:off x="4750435" y="1196282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A5134F-238A-4E8C-9099-D59DA20AAAD4}">
      <dsp:nvSpPr>
        <dsp:cNvPr id="0" name=""/>
        <dsp:cNvSpPr/>
      </dsp:nvSpPr>
      <dsp:spPr>
        <a:xfrm>
          <a:off x="4255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GridSearchCV con StratifiedKFold solo sul training set</a:t>
          </a:r>
        </a:p>
      </dsp:txBody>
      <dsp:txXfrm>
        <a:off x="4255435" y="2276522"/>
        <a:ext cx="1800000" cy="720000"/>
      </dsp:txXfrm>
    </dsp:sp>
    <dsp:sp modelId="{D2F4CD32-6E75-4FFE-BE1F-9F2C18DCCD5E}">
      <dsp:nvSpPr>
        <dsp:cNvPr id="0" name=""/>
        <dsp:cNvSpPr/>
      </dsp:nvSpPr>
      <dsp:spPr>
        <a:xfrm>
          <a:off x="6865435" y="1196282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B19C0C-C1DA-41F3-93EA-A548F1FBAA72}">
      <dsp:nvSpPr>
        <dsp:cNvPr id="0" name=""/>
        <dsp:cNvSpPr/>
      </dsp:nvSpPr>
      <dsp:spPr>
        <a:xfrm>
          <a:off x="6370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 err="1"/>
            <a:t>Valutazione</a:t>
          </a:r>
          <a:r>
            <a:rPr lang="en-US" sz="1700" kern="1200" dirty="0"/>
            <a:t> finale </a:t>
          </a:r>
          <a:r>
            <a:rPr lang="en-US" sz="1700" kern="1200" dirty="0" err="1"/>
            <a:t>sul</a:t>
          </a:r>
          <a:r>
            <a:rPr lang="en-US" sz="1700" kern="1200" dirty="0"/>
            <a:t> test set</a:t>
          </a:r>
        </a:p>
      </dsp:txBody>
      <dsp:txXfrm>
        <a:off x="6370435" y="2276522"/>
        <a:ext cx="180000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6D5937-A66E-43E0-A229-0F7EF1709ED8}">
      <dsp:nvSpPr>
        <dsp:cNvPr id="0" name=""/>
        <dsp:cNvSpPr/>
      </dsp:nvSpPr>
      <dsp:spPr>
        <a:xfrm>
          <a:off x="0" y="411374"/>
          <a:ext cx="8229600" cy="75945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F89C2A-7796-47EC-8CE8-C09137B48F3F}">
      <dsp:nvSpPr>
        <dsp:cNvPr id="0" name=""/>
        <dsp:cNvSpPr/>
      </dsp:nvSpPr>
      <dsp:spPr>
        <a:xfrm>
          <a:off x="229736" y="582252"/>
          <a:ext cx="417702" cy="41770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2B7BC4-BB55-4317-8CED-268800627126}">
      <dsp:nvSpPr>
        <dsp:cNvPr id="0" name=""/>
        <dsp:cNvSpPr/>
      </dsp:nvSpPr>
      <dsp:spPr>
        <a:xfrm>
          <a:off x="877176" y="411374"/>
          <a:ext cx="7352423" cy="7594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376" tIns="80376" rIns="80376" bIns="80376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KNN </a:t>
          </a:r>
          <a:r>
            <a:rPr lang="en-US" sz="2500" kern="1200" dirty="0" err="1"/>
            <a:t>sensibile</a:t>
          </a:r>
          <a:r>
            <a:rPr lang="en-US" sz="2500" kern="1200" dirty="0"/>
            <a:t> alla </a:t>
          </a:r>
          <a:r>
            <a:rPr lang="en-US" sz="2500" kern="1200" dirty="0" err="1"/>
            <a:t>metrica</a:t>
          </a:r>
          <a:r>
            <a:rPr lang="en-US" sz="2500" kern="1200" dirty="0"/>
            <a:t> e </a:t>
          </a:r>
          <a:r>
            <a:rPr lang="en-US" sz="2500" kern="1200" dirty="0" err="1"/>
            <a:t>allo</a:t>
          </a:r>
          <a:r>
            <a:rPr lang="en-US" sz="2500" kern="1200" dirty="0"/>
            <a:t> scaling</a:t>
          </a:r>
        </a:p>
      </dsp:txBody>
      <dsp:txXfrm>
        <a:off x="877176" y="411374"/>
        <a:ext cx="7352423" cy="759459"/>
      </dsp:txXfrm>
    </dsp:sp>
    <dsp:sp modelId="{316A0D24-0FDC-4E53-9DA1-D915CE74AA3B}">
      <dsp:nvSpPr>
        <dsp:cNvPr id="0" name=""/>
        <dsp:cNvSpPr/>
      </dsp:nvSpPr>
      <dsp:spPr>
        <a:xfrm>
          <a:off x="0" y="1360698"/>
          <a:ext cx="8229600" cy="75945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F3DB78-73C7-43B3-A618-53C03671D825}">
      <dsp:nvSpPr>
        <dsp:cNvPr id="0" name=""/>
        <dsp:cNvSpPr/>
      </dsp:nvSpPr>
      <dsp:spPr>
        <a:xfrm>
          <a:off x="229736" y="1531577"/>
          <a:ext cx="417702" cy="41770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06F326-1925-4D9D-97AA-700894F00EA4}">
      <dsp:nvSpPr>
        <dsp:cNvPr id="0" name=""/>
        <dsp:cNvSpPr/>
      </dsp:nvSpPr>
      <dsp:spPr>
        <a:xfrm>
          <a:off x="877176" y="1360698"/>
          <a:ext cx="7352423" cy="7594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376" tIns="80376" rIns="80376" bIns="80376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Hyperparameter tuning (</a:t>
          </a:r>
          <a:r>
            <a:rPr lang="en-US" sz="2500" kern="1200" dirty="0" err="1"/>
            <a:t>GridSearchCV</a:t>
          </a:r>
          <a:r>
            <a:rPr lang="en-US" sz="2500" kern="1200" dirty="0"/>
            <a:t>): </a:t>
          </a:r>
        </a:p>
      </dsp:txBody>
      <dsp:txXfrm>
        <a:off x="877176" y="1360698"/>
        <a:ext cx="7352423" cy="75945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18A0F3-61BA-4350-99CD-340E924BD09A}">
      <dsp:nvSpPr>
        <dsp:cNvPr id="0" name=""/>
        <dsp:cNvSpPr/>
      </dsp:nvSpPr>
      <dsp:spPr>
        <a:xfrm>
          <a:off x="0" y="0"/>
          <a:ext cx="5808133" cy="61323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363572-88E1-45EB-83A0-EF6A060FB928}">
      <dsp:nvSpPr>
        <dsp:cNvPr id="0" name=""/>
        <dsp:cNvSpPr/>
      </dsp:nvSpPr>
      <dsp:spPr>
        <a:xfrm>
          <a:off x="185502" y="138238"/>
          <a:ext cx="337276" cy="33727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A33FEC-FF55-489B-B454-E4FBB5FED6E5}">
      <dsp:nvSpPr>
        <dsp:cNvPr id="0" name=""/>
        <dsp:cNvSpPr/>
      </dsp:nvSpPr>
      <dsp:spPr>
        <a:xfrm>
          <a:off x="708280" y="262"/>
          <a:ext cx="5099852" cy="6132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900" tIns="64900" rIns="64900" bIns="6490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• </a:t>
          </a:r>
          <a:r>
            <a:rPr lang="en-US" sz="2000" kern="1200" dirty="0" err="1"/>
            <a:t>n_neighbors</a:t>
          </a:r>
          <a:r>
            <a:rPr lang="en-US" sz="2000" kern="1200" dirty="0"/>
            <a:t> (k)</a:t>
          </a:r>
        </a:p>
      </dsp:txBody>
      <dsp:txXfrm>
        <a:off x="708280" y="262"/>
        <a:ext cx="5099852" cy="613230"/>
      </dsp:txXfrm>
    </dsp:sp>
    <dsp:sp modelId="{B9ACF611-9964-475A-800F-BB8D7CA4CC98}">
      <dsp:nvSpPr>
        <dsp:cNvPr id="0" name=""/>
        <dsp:cNvSpPr/>
      </dsp:nvSpPr>
      <dsp:spPr>
        <a:xfrm>
          <a:off x="0" y="766799"/>
          <a:ext cx="5808133" cy="61323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C8EBA9-C9B4-4C26-88EF-4D1B7DC5D2A6}">
      <dsp:nvSpPr>
        <dsp:cNvPr id="0" name=""/>
        <dsp:cNvSpPr/>
      </dsp:nvSpPr>
      <dsp:spPr>
        <a:xfrm>
          <a:off x="185502" y="904776"/>
          <a:ext cx="337276" cy="33727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D80A0A-0EC9-43C0-967A-F22BBAE4EA17}">
      <dsp:nvSpPr>
        <dsp:cNvPr id="0" name=""/>
        <dsp:cNvSpPr/>
      </dsp:nvSpPr>
      <dsp:spPr>
        <a:xfrm>
          <a:off x="708280" y="766799"/>
          <a:ext cx="5099852" cy="6132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900" tIns="64900" rIns="64900" bIns="6490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• weights: uniform / distance</a:t>
          </a:r>
        </a:p>
      </dsp:txBody>
      <dsp:txXfrm>
        <a:off x="708280" y="766799"/>
        <a:ext cx="5099852" cy="613230"/>
      </dsp:txXfrm>
    </dsp:sp>
    <dsp:sp modelId="{ED25B8D8-1FD6-4F64-9273-DF1B029F51D9}">
      <dsp:nvSpPr>
        <dsp:cNvPr id="0" name=""/>
        <dsp:cNvSpPr/>
      </dsp:nvSpPr>
      <dsp:spPr>
        <a:xfrm>
          <a:off x="0" y="1533599"/>
          <a:ext cx="5808133" cy="61323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14EB08-F8EB-4A3C-A51C-7EA787103362}">
      <dsp:nvSpPr>
        <dsp:cNvPr id="0" name=""/>
        <dsp:cNvSpPr/>
      </dsp:nvSpPr>
      <dsp:spPr>
        <a:xfrm>
          <a:off x="185502" y="1671314"/>
          <a:ext cx="337276" cy="33727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2B2163-4EA7-4A46-BB1C-EBB5AD6DB993}">
      <dsp:nvSpPr>
        <dsp:cNvPr id="0" name=""/>
        <dsp:cNvSpPr/>
      </dsp:nvSpPr>
      <dsp:spPr>
        <a:xfrm>
          <a:off x="708280" y="1533337"/>
          <a:ext cx="5099852" cy="6132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900" tIns="64900" rIns="64900" bIns="6490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• p (Minkowski): p=1 Manhattan, p=2 Euclidean</a:t>
          </a:r>
        </a:p>
      </dsp:txBody>
      <dsp:txXfrm>
        <a:off x="708280" y="1533337"/>
        <a:ext cx="5099852" cy="61323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6D5937-A66E-43E0-A229-0F7EF1709ED8}">
      <dsp:nvSpPr>
        <dsp:cNvPr id="0" name=""/>
        <dsp:cNvSpPr/>
      </dsp:nvSpPr>
      <dsp:spPr>
        <a:xfrm>
          <a:off x="0" y="552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F89C2A-7796-47EC-8CE8-C09137B48F3F}">
      <dsp:nvSpPr>
        <dsp:cNvPr id="0" name=""/>
        <dsp:cNvSpPr/>
      </dsp:nvSpPr>
      <dsp:spPr>
        <a:xfrm>
          <a:off x="391077" y="291436"/>
          <a:ext cx="711049" cy="7110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2B7BC4-BB55-4317-8CED-268800627126}">
      <dsp:nvSpPr>
        <dsp:cNvPr id="0" name=""/>
        <dsp:cNvSpPr/>
      </dsp:nvSpPr>
      <dsp:spPr>
        <a:xfrm>
          <a:off x="1493203" y="552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/>
            <a:t>Baseline forte </a:t>
          </a:r>
          <a:r>
            <a:rPr lang="en-GB" sz="2500" kern="1200" dirty="0" err="1"/>
            <a:t>su</a:t>
          </a:r>
          <a:r>
            <a:rPr lang="en-GB" sz="2500" kern="1200" dirty="0"/>
            <a:t> </a:t>
          </a:r>
          <a:r>
            <a:rPr lang="en-GB" sz="2500" kern="1200" dirty="0" err="1"/>
            <a:t>dati</a:t>
          </a:r>
          <a:r>
            <a:rPr lang="en-GB" sz="2500" kern="1200" dirty="0"/>
            <a:t> </a:t>
          </a:r>
          <a:r>
            <a:rPr lang="en-GB" sz="2500" kern="1200" dirty="0" err="1"/>
            <a:t>scalati</a:t>
          </a:r>
          <a:endParaRPr lang="en-US" sz="2500" kern="1200" dirty="0"/>
        </a:p>
      </dsp:txBody>
      <dsp:txXfrm>
        <a:off x="1493203" y="552"/>
        <a:ext cx="6736396" cy="1292816"/>
      </dsp:txXfrm>
    </dsp:sp>
    <dsp:sp modelId="{316A0D24-0FDC-4E53-9DA1-D915CE74AA3B}">
      <dsp:nvSpPr>
        <dsp:cNvPr id="0" name=""/>
        <dsp:cNvSpPr/>
      </dsp:nvSpPr>
      <dsp:spPr>
        <a:xfrm>
          <a:off x="0" y="1616573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F3DB78-73C7-43B3-A618-53C03671D825}">
      <dsp:nvSpPr>
        <dsp:cNvPr id="0" name=""/>
        <dsp:cNvSpPr/>
      </dsp:nvSpPr>
      <dsp:spPr>
        <a:xfrm>
          <a:off x="391077" y="1907456"/>
          <a:ext cx="711049" cy="7110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06F326-1925-4D9D-97AA-700894F00EA4}">
      <dsp:nvSpPr>
        <dsp:cNvPr id="0" name=""/>
        <dsp:cNvSpPr/>
      </dsp:nvSpPr>
      <dsp:spPr>
        <a:xfrm>
          <a:off x="1493203" y="1616573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/>
            <a:t>In pipeline con </a:t>
          </a:r>
          <a:r>
            <a:rPr lang="en-GB" sz="2500" kern="1200" dirty="0" err="1"/>
            <a:t>StandardScaler</a:t>
          </a:r>
          <a:endParaRPr lang="en-US" sz="2500" kern="1200" dirty="0"/>
        </a:p>
      </dsp:txBody>
      <dsp:txXfrm>
        <a:off x="1493203" y="1616573"/>
        <a:ext cx="6736396" cy="1292816"/>
      </dsp:txXfrm>
    </dsp:sp>
    <dsp:sp modelId="{7518A0F3-61BA-4350-99CD-340E924BD09A}">
      <dsp:nvSpPr>
        <dsp:cNvPr id="0" name=""/>
        <dsp:cNvSpPr/>
      </dsp:nvSpPr>
      <dsp:spPr>
        <a:xfrm>
          <a:off x="0" y="3232593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363572-88E1-45EB-83A0-EF6A060FB928}">
      <dsp:nvSpPr>
        <dsp:cNvPr id="0" name=""/>
        <dsp:cNvSpPr/>
      </dsp:nvSpPr>
      <dsp:spPr>
        <a:xfrm>
          <a:off x="391077" y="3523477"/>
          <a:ext cx="711049" cy="7110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A33FEC-FF55-489B-B454-E4FBB5FED6E5}">
      <dsp:nvSpPr>
        <dsp:cNvPr id="0" name=""/>
        <dsp:cNvSpPr/>
      </dsp:nvSpPr>
      <dsp:spPr>
        <a:xfrm>
          <a:off x="1493203" y="3232593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 err="1"/>
            <a:t>Confronto</a:t>
          </a:r>
          <a:r>
            <a:rPr lang="en-GB" sz="2500" kern="1200" dirty="0"/>
            <a:t> con KNN: </a:t>
          </a:r>
          <a:r>
            <a:rPr lang="en-GB" sz="2500" kern="1200" dirty="0" err="1"/>
            <a:t>linearità</a:t>
          </a:r>
          <a:r>
            <a:rPr lang="en-GB" sz="2500" kern="1200" dirty="0"/>
            <a:t>/</a:t>
          </a:r>
          <a:r>
            <a:rPr lang="en-GB" sz="2500" kern="1200" dirty="0" err="1"/>
            <a:t>semplicità</a:t>
          </a:r>
          <a:r>
            <a:rPr lang="en-GB" sz="2500" kern="1200" dirty="0"/>
            <a:t> vs </a:t>
          </a:r>
          <a:r>
            <a:rPr lang="en-GB" sz="2500" kern="1200" dirty="0" err="1"/>
            <a:t>flessibilità</a:t>
          </a:r>
          <a:r>
            <a:rPr lang="en-GB" sz="2500" kern="1200" dirty="0"/>
            <a:t> non-</a:t>
          </a:r>
          <a:r>
            <a:rPr lang="en-GB" sz="2500" kern="1200" dirty="0" err="1"/>
            <a:t>lineare</a:t>
          </a:r>
          <a:endParaRPr lang="en-US" sz="2500" kern="1200" dirty="0"/>
        </a:p>
      </dsp:txBody>
      <dsp:txXfrm>
        <a:off x="1493203" y="3232593"/>
        <a:ext cx="6736396" cy="129281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89DF8D-CFDE-4DD4-ADAC-A194C00213D2}">
      <dsp:nvSpPr>
        <dsp:cNvPr id="0" name=""/>
        <dsp:cNvSpPr/>
      </dsp:nvSpPr>
      <dsp:spPr>
        <a:xfrm>
          <a:off x="0" y="3535"/>
          <a:ext cx="8229600" cy="7531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5BDF48-FE07-4510-B3FC-3A9CE4A0B14E}">
      <dsp:nvSpPr>
        <dsp:cNvPr id="0" name=""/>
        <dsp:cNvSpPr/>
      </dsp:nvSpPr>
      <dsp:spPr>
        <a:xfrm>
          <a:off x="227827" y="172994"/>
          <a:ext cx="414231" cy="41423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A31B00-66E1-4E0D-B0E6-F9D983DED694}">
      <dsp:nvSpPr>
        <dsp:cNvPr id="0" name=""/>
        <dsp:cNvSpPr/>
      </dsp:nvSpPr>
      <dsp:spPr>
        <a:xfrm>
          <a:off x="869886" y="3535"/>
          <a:ext cx="7359713" cy="753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708" tIns="79708" rIns="79708" bIns="7970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1" kern="1200"/>
            <a:t>FastAPI</a:t>
          </a:r>
          <a:r>
            <a:rPr lang="en-GB" sz="1900" kern="1200"/>
            <a:t> come web framework</a:t>
          </a:r>
          <a:endParaRPr lang="en-US" sz="1900" kern="1200"/>
        </a:p>
      </dsp:txBody>
      <dsp:txXfrm>
        <a:off x="869886" y="3535"/>
        <a:ext cx="7359713" cy="753148"/>
      </dsp:txXfrm>
    </dsp:sp>
    <dsp:sp modelId="{3C0CDAE0-6B5C-42B4-85BA-105627FB940E}">
      <dsp:nvSpPr>
        <dsp:cNvPr id="0" name=""/>
        <dsp:cNvSpPr/>
      </dsp:nvSpPr>
      <dsp:spPr>
        <a:xfrm>
          <a:off x="0" y="944971"/>
          <a:ext cx="8229600" cy="7531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5E52AA-6008-4CF2-AED2-FC5F99CBA734}">
      <dsp:nvSpPr>
        <dsp:cNvPr id="0" name=""/>
        <dsp:cNvSpPr/>
      </dsp:nvSpPr>
      <dsp:spPr>
        <a:xfrm>
          <a:off x="227827" y="1114429"/>
          <a:ext cx="414231" cy="41423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CB277F-F57A-45E1-A745-E89485041B11}">
      <dsp:nvSpPr>
        <dsp:cNvPr id="0" name=""/>
        <dsp:cNvSpPr/>
      </dsp:nvSpPr>
      <dsp:spPr>
        <a:xfrm>
          <a:off x="869886" y="944971"/>
          <a:ext cx="7359713" cy="753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708" tIns="79708" rIns="79708" bIns="7970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 err="1"/>
            <a:t>Caricamento</a:t>
          </a:r>
          <a:r>
            <a:rPr lang="en-GB" sz="1900" kern="1200" dirty="0"/>
            <a:t> </a:t>
          </a:r>
          <a:r>
            <a:rPr lang="en-GB" sz="1900" kern="1200" dirty="0" err="1"/>
            <a:t>modelli</a:t>
          </a:r>
          <a:r>
            <a:rPr lang="en-GB" sz="1900" kern="1200" dirty="0"/>
            <a:t> </a:t>
          </a:r>
          <a:r>
            <a:rPr lang="en-GB" sz="1900" kern="1200" dirty="0" err="1"/>
            <a:t>all’avvio</a:t>
          </a:r>
          <a:r>
            <a:rPr lang="en-GB" sz="1900" kern="1200" dirty="0"/>
            <a:t>: </a:t>
          </a:r>
          <a:r>
            <a:rPr lang="en-GB" sz="1900" kern="1200" dirty="0" err="1"/>
            <a:t>joblib.load</a:t>
          </a:r>
          <a:r>
            <a:rPr lang="en-GB" sz="1900" kern="1200" dirty="0"/>
            <a:t>(...)</a:t>
          </a:r>
          <a:endParaRPr lang="en-US" sz="1900" kern="1200" dirty="0"/>
        </a:p>
      </dsp:txBody>
      <dsp:txXfrm>
        <a:off x="869886" y="944971"/>
        <a:ext cx="7359713" cy="753148"/>
      </dsp:txXfrm>
    </dsp:sp>
    <dsp:sp modelId="{B259A720-63D1-42F1-8EC7-22C7ABDCE795}">
      <dsp:nvSpPr>
        <dsp:cNvPr id="0" name=""/>
        <dsp:cNvSpPr/>
      </dsp:nvSpPr>
      <dsp:spPr>
        <a:xfrm>
          <a:off x="0" y="1886407"/>
          <a:ext cx="8229600" cy="7531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929081-322D-4871-A721-8AD24574D985}">
      <dsp:nvSpPr>
        <dsp:cNvPr id="0" name=""/>
        <dsp:cNvSpPr/>
      </dsp:nvSpPr>
      <dsp:spPr>
        <a:xfrm>
          <a:off x="227827" y="2055865"/>
          <a:ext cx="414231" cy="41423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AF25E8-D699-4D31-904B-8CC2A696D156}">
      <dsp:nvSpPr>
        <dsp:cNvPr id="0" name=""/>
        <dsp:cNvSpPr/>
      </dsp:nvSpPr>
      <dsp:spPr>
        <a:xfrm>
          <a:off x="869886" y="1886407"/>
          <a:ext cx="7359713" cy="753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708" tIns="79708" rIns="79708" bIns="7970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Input </a:t>
          </a:r>
          <a:r>
            <a:rPr lang="en-GB" sz="1900" kern="1200" dirty="0" err="1"/>
            <a:t>validato</a:t>
          </a:r>
          <a:r>
            <a:rPr lang="en-GB" sz="1900" kern="1200" dirty="0"/>
            <a:t> con </a:t>
          </a:r>
          <a:r>
            <a:rPr lang="en-GB" sz="1900" b="1" kern="1200" dirty="0" err="1"/>
            <a:t>Pydantic</a:t>
          </a:r>
          <a:r>
            <a:rPr lang="en-GB" sz="1900" kern="1200" dirty="0"/>
            <a:t> </a:t>
          </a:r>
          <a:endParaRPr lang="en-US" sz="1900" kern="1200" dirty="0"/>
        </a:p>
      </dsp:txBody>
      <dsp:txXfrm>
        <a:off x="869886" y="1886407"/>
        <a:ext cx="7359713" cy="753148"/>
      </dsp:txXfrm>
    </dsp:sp>
    <dsp:sp modelId="{032C1E00-2B4A-4A47-A670-96574537CCFA}">
      <dsp:nvSpPr>
        <dsp:cNvPr id="0" name=""/>
        <dsp:cNvSpPr/>
      </dsp:nvSpPr>
      <dsp:spPr>
        <a:xfrm>
          <a:off x="0" y="2827842"/>
          <a:ext cx="8229600" cy="7531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F48169-0F60-4542-A768-C3AE284E446B}">
      <dsp:nvSpPr>
        <dsp:cNvPr id="0" name=""/>
        <dsp:cNvSpPr/>
      </dsp:nvSpPr>
      <dsp:spPr>
        <a:xfrm>
          <a:off x="227827" y="2997301"/>
          <a:ext cx="414231" cy="41423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BCE9E5-5A2F-4D23-97F0-BA6EBEBB59FD}">
      <dsp:nvSpPr>
        <dsp:cNvPr id="0" name=""/>
        <dsp:cNvSpPr/>
      </dsp:nvSpPr>
      <dsp:spPr>
        <a:xfrm>
          <a:off x="869886" y="2827842"/>
          <a:ext cx="7359713" cy="753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708" tIns="79708" rIns="79708" bIns="7970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 err="1"/>
            <a:t>Conversione</a:t>
          </a:r>
          <a:r>
            <a:rPr lang="en-GB" sz="1900" kern="1200" dirty="0"/>
            <a:t> input → </a:t>
          </a:r>
          <a:r>
            <a:rPr lang="en-GB" sz="1900" kern="1200" dirty="0" err="1"/>
            <a:t>pandas.DataFrame</a:t>
          </a:r>
          <a:r>
            <a:rPr lang="en-GB" sz="1900" kern="1200" dirty="0"/>
            <a:t> → </a:t>
          </a:r>
          <a:r>
            <a:rPr lang="en-GB" sz="1900" kern="1200" dirty="0" err="1"/>
            <a:t>predizione</a:t>
          </a:r>
          <a:endParaRPr lang="en-US" sz="1900" kern="1200" dirty="0"/>
        </a:p>
      </dsp:txBody>
      <dsp:txXfrm>
        <a:off x="869886" y="2827842"/>
        <a:ext cx="7359713" cy="753148"/>
      </dsp:txXfrm>
    </dsp:sp>
    <dsp:sp modelId="{999C7A58-FD7E-45F7-AE9F-B34D916A3461}">
      <dsp:nvSpPr>
        <dsp:cNvPr id="0" name=""/>
        <dsp:cNvSpPr/>
      </dsp:nvSpPr>
      <dsp:spPr>
        <a:xfrm>
          <a:off x="0" y="3769278"/>
          <a:ext cx="8229600" cy="7531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52F95A-281A-469F-BF4C-3CCC84BDEE27}">
      <dsp:nvSpPr>
        <dsp:cNvPr id="0" name=""/>
        <dsp:cNvSpPr/>
      </dsp:nvSpPr>
      <dsp:spPr>
        <a:xfrm>
          <a:off x="227827" y="3938736"/>
          <a:ext cx="414231" cy="41423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B15350-D565-40B5-B108-7D9ADB745E30}">
      <dsp:nvSpPr>
        <dsp:cNvPr id="0" name=""/>
        <dsp:cNvSpPr/>
      </dsp:nvSpPr>
      <dsp:spPr>
        <a:xfrm>
          <a:off x="869886" y="3769278"/>
          <a:ext cx="7359713" cy="753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708" tIns="79708" rIns="79708" bIns="7970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 err="1"/>
            <a:t>Predizione</a:t>
          </a:r>
          <a:r>
            <a:rPr lang="en-GB" sz="1900" kern="1200" dirty="0"/>
            <a:t> → Output da </a:t>
          </a:r>
          <a:r>
            <a:rPr lang="en-GB" sz="1900" kern="1200" dirty="0" err="1"/>
            <a:t>np.array</a:t>
          </a:r>
          <a:r>
            <a:rPr lang="en-GB" sz="1900" kern="1200" dirty="0"/>
            <a:t> a JSON: {"Category": &lt;</a:t>
          </a:r>
          <a:r>
            <a:rPr lang="en-GB" sz="1900" kern="1200" dirty="0" err="1"/>
            <a:t>classe</a:t>
          </a:r>
          <a:r>
            <a:rPr lang="en-GB" sz="1900" kern="1200" dirty="0"/>
            <a:t>&gt;}</a:t>
          </a:r>
          <a:endParaRPr lang="en-US" sz="1900" kern="1200" dirty="0"/>
        </a:p>
      </dsp:txBody>
      <dsp:txXfrm>
        <a:off x="869886" y="3769278"/>
        <a:ext cx="7359713" cy="75314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6F5279-5929-EE4B-8E5E-594C5682C468}">
      <dsp:nvSpPr>
        <dsp:cNvPr id="0" name=""/>
        <dsp:cNvSpPr/>
      </dsp:nvSpPr>
      <dsp:spPr>
        <a:xfrm>
          <a:off x="0" y="405246"/>
          <a:ext cx="8229600" cy="128204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8708" tIns="458216" rIns="638708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200" kern="1200"/>
            <a:t>Test endpoint: verifica che il servizio sia attivo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200" kern="1200"/>
            <a:t>Response: {"message":"Hello FastAPI"}</a:t>
          </a:r>
          <a:endParaRPr lang="en-US" sz="2200" kern="1200"/>
        </a:p>
      </dsp:txBody>
      <dsp:txXfrm>
        <a:off x="0" y="405246"/>
        <a:ext cx="8229600" cy="1282049"/>
      </dsp:txXfrm>
    </dsp:sp>
    <dsp:sp modelId="{E842A69A-094D-4B4B-813A-603AF7CBECC2}">
      <dsp:nvSpPr>
        <dsp:cNvPr id="0" name=""/>
        <dsp:cNvSpPr/>
      </dsp:nvSpPr>
      <dsp:spPr>
        <a:xfrm>
          <a:off x="411480" y="80526"/>
          <a:ext cx="5760720" cy="6494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742" tIns="0" rIns="217742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GET /</a:t>
          </a:r>
          <a:endParaRPr lang="en-US" sz="2200" kern="1200"/>
        </a:p>
      </dsp:txBody>
      <dsp:txXfrm>
        <a:off x="443183" y="112229"/>
        <a:ext cx="5697314" cy="586034"/>
      </dsp:txXfrm>
    </dsp:sp>
    <dsp:sp modelId="{302DAE27-E954-4940-AC48-D8695C6C0BE9}">
      <dsp:nvSpPr>
        <dsp:cNvPr id="0" name=""/>
        <dsp:cNvSpPr/>
      </dsp:nvSpPr>
      <dsp:spPr>
        <a:xfrm>
          <a:off x="0" y="2130816"/>
          <a:ext cx="8229600" cy="9355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8708" tIns="458216" rIns="638708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200" kern="1200"/>
            <a:t>Predizione con </a:t>
          </a:r>
          <a:r>
            <a:rPr lang="en-GB" sz="2200" b="1" kern="1200"/>
            <a:t>Logistic Regression pipeline</a:t>
          </a:r>
          <a:endParaRPr lang="en-US" sz="2200" kern="1200"/>
        </a:p>
      </dsp:txBody>
      <dsp:txXfrm>
        <a:off x="0" y="2130816"/>
        <a:ext cx="8229600" cy="935550"/>
      </dsp:txXfrm>
    </dsp:sp>
    <dsp:sp modelId="{F9952665-9A7F-4D48-B873-E9AFEF13B001}">
      <dsp:nvSpPr>
        <dsp:cNvPr id="0" name=""/>
        <dsp:cNvSpPr/>
      </dsp:nvSpPr>
      <dsp:spPr>
        <a:xfrm>
          <a:off x="411480" y="1806096"/>
          <a:ext cx="5760720" cy="6494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742" tIns="0" rIns="217742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POST /predict/mlr</a:t>
          </a:r>
          <a:endParaRPr lang="en-US" sz="2200" kern="1200"/>
        </a:p>
      </dsp:txBody>
      <dsp:txXfrm>
        <a:off x="443183" y="1837799"/>
        <a:ext cx="5697314" cy="586034"/>
      </dsp:txXfrm>
    </dsp:sp>
    <dsp:sp modelId="{40A5C75B-9F14-0941-9F9A-8F1CE064AA06}">
      <dsp:nvSpPr>
        <dsp:cNvPr id="0" name=""/>
        <dsp:cNvSpPr/>
      </dsp:nvSpPr>
      <dsp:spPr>
        <a:xfrm>
          <a:off x="0" y="3509886"/>
          <a:ext cx="8229600" cy="9355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8708" tIns="458216" rIns="638708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200" kern="1200" dirty="0" err="1"/>
            <a:t>Predizione</a:t>
          </a:r>
          <a:r>
            <a:rPr lang="en-GB" sz="2200" kern="1200" dirty="0"/>
            <a:t> con </a:t>
          </a:r>
          <a:r>
            <a:rPr lang="en-GB" sz="2200" b="1" kern="1200" dirty="0"/>
            <a:t>KNN pipeline</a:t>
          </a:r>
          <a:endParaRPr lang="en-US" sz="2200" kern="1200" dirty="0"/>
        </a:p>
      </dsp:txBody>
      <dsp:txXfrm>
        <a:off x="0" y="3509886"/>
        <a:ext cx="8229600" cy="935550"/>
      </dsp:txXfrm>
    </dsp:sp>
    <dsp:sp modelId="{07C5485E-DAAE-A74E-A5BD-29D28733A94B}">
      <dsp:nvSpPr>
        <dsp:cNvPr id="0" name=""/>
        <dsp:cNvSpPr/>
      </dsp:nvSpPr>
      <dsp:spPr>
        <a:xfrm>
          <a:off x="411480" y="3185166"/>
          <a:ext cx="5760720" cy="6494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742" tIns="0" rIns="217742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POST /predict/knn</a:t>
          </a:r>
          <a:endParaRPr lang="en-US" sz="2200" kern="1200"/>
        </a:p>
      </dsp:txBody>
      <dsp:txXfrm>
        <a:off x="443183" y="3216869"/>
        <a:ext cx="5697314" cy="5860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F18C08-B04E-0341-A84A-85991918F766}" type="datetimeFigureOut">
              <a:rPr lang="en-IT" smtClean="0"/>
              <a:t>28/04/26</a:t>
            </a:fld>
            <a:endParaRPr lang="en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BB964F-B5B0-7C4A-8B13-FF1B38D2D549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335510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3" Type="http://schemas.openxmlformats.org/officeDocument/2006/relationships/diagramLayout" Target="../diagrams/layout3.xml"/><Relationship Id="rId7" Type="http://schemas.openxmlformats.org/officeDocument/2006/relationships/diagramData" Target="../diagrams/data4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11" Type="http://schemas.microsoft.com/office/2007/relationships/diagramDrawing" Target="../diagrams/drawing4.xml"/><Relationship Id="rId5" Type="http://schemas.openxmlformats.org/officeDocument/2006/relationships/diagramColors" Target="../diagrams/colors3.xml"/><Relationship Id="rId10" Type="http://schemas.openxmlformats.org/officeDocument/2006/relationships/diagramColors" Target="../diagrams/colors4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microsoft.com/office/2018/10/relationships/comments" Target="../comments/modernComment_108_0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microsoft.com/office/2018/10/relationships/comments" Target="../comments/modernComment_10C_7763706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76741-A75A-C65C-60CE-BD1857FA9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1BCB4-964E-17A3-DF87-71BA389F01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3178" y="5683980"/>
            <a:ext cx="7944130" cy="1000655"/>
          </a:xfrm>
        </p:spPr>
        <p:txBody>
          <a:bodyPr anchor="t">
            <a:normAutofit/>
          </a:bodyPr>
          <a:lstStyle/>
          <a:p>
            <a:pPr algn="l"/>
            <a:r>
              <a:rPr lang="en-GB" dirty="0" err="1">
                <a:solidFill>
                  <a:schemeClr val="tx2"/>
                </a:solidFill>
                <a:latin typeface="Baskerville Old Face" panose="02020602080505020303" pitchFamily="18" charset="77"/>
              </a:rPr>
              <a:t>Classificazione</a:t>
            </a:r>
            <a:r>
              <a:rPr lang="en-GB" dirty="0">
                <a:solidFill>
                  <a:schemeClr val="tx2"/>
                </a:solidFill>
                <a:latin typeface="Baskerville Old Face" panose="02020602080505020303" pitchFamily="18" charset="77"/>
              </a:rPr>
              <a:t> Wine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DA55CF-3576-D5B4-E984-3F6B7375D8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3178" y="5441793"/>
            <a:ext cx="7062673" cy="484374"/>
          </a:xfrm>
        </p:spPr>
        <p:txBody>
          <a:bodyPr anchor="b">
            <a:normAutofit/>
          </a:bodyPr>
          <a:lstStyle/>
          <a:p>
            <a:pPr algn="l"/>
            <a:r>
              <a:rPr lang="en-GB" sz="1700" dirty="0">
                <a:solidFill>
                  <a:schemeClr val="tx2"/>
                </a:solidFill>
              </a:rPr>
              <a:t>Repo: https://</a:t>
            </a:r>
            <a:r>
              <a:rPr lang="en-GB" sz="1700" dirty="0" err="1">
                <a:solidFill>
                  <a:schemeClr val="tx2"/>
                </a:solidFill>
              </a:rPr>
              <a:t>github.com</a:t>
            </a:r>
            <a:r>
              <a:rPr lang="en-GB" sz="1700" dirty="0">
                <a:solidFill>
                  <a:schemeClr val="tx2"/>
                </a:solidFill>
              </a:rPr>
              <a:t>/</a:t>
            </a:r>
            <a:r>
              <a:rPr lang="en-GB" sz="1700" dirty="0" err="1">
                <a:solidFill>
                  <a:schemeClr val="tx2"/>
                </a:solidFill>
              </a:rPr>
              <a:t>klausssssssssssssss</a:t>
            </a:r>
            <a:r>
              <a:rPr lang="en-GB" sz="1700" dirty="0">
                <a:solidFill>
                  <a:schemeClr val="tx2"/>
                </a:solidFill>
              </a:rPr>
              <a:t>/</a:t>
            </a:r>
            <a:r>
              <a:rPr lang="en-GB" sz="1700" dirty="0" err="1">
                <a:solidFill>
                  <a:schemeClr val="tx2"/>
                </a:solidFill>
              </a:rPr>
              <a:t>Classificazione_wine</a:t>
            </a:r>
            <a:endParaRPr lang="en-GB" sz="1700" dirty="0">
              <a:solidFill>
                <a:schemeClr val="tx2"/>
              </a:solidFill>
            </a:endParaRPr>
          </a:p>
          <a:p>
            <a:pPr algn="l"/>
            <a:endParaRPr lang="en-GB" sz="1700" dirty="0">
              <a:solidFill>
                <a:schemeClr val="tx2"/>
              </a:solidFill>
            </a:endParaRPr>
          </a:p>
        </p:txBody>
      </p:sp>
      <p:pic>
        <p:nvPicPr>
          <p:cNvPr id="2052" name="Picture 4" descr="Common Types of Wine (Top Varieties to Know) | Wine Folly">
            <a:extLst>
              <a:ext uri="{FF2B5EF4-FFF2-40B4-BE49-F238E27FC236}">
                <a16:creationId xmlns:a16="http://schemas.microsoft.com/office/drawing/2014/main" id="{B2A8306B-72FA-6300-3E67-129EC95C432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6563"/>
          <a:stretch>
            <a:fillRect/>
          </a:stretch>
        </p:blipFill>
        <p:spPr bwMode="auto">
          <a:xfrm>
            <a:off x="-3" y="0"/>
            <a:ext cx="9144003" cy="5119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08668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GB" sz="3500">
                <a:solidFill>
                  <a:srgbClr val="FFFFFF"/>
                </a:solidFill>
              </a:rPr>
              <a:t>Obiettivo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DAB40AD-93CC-739D-C674-D226424DA9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1366139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6397" y="508838"/>
            <a:ext cx="3913467" cy="6239661"/>
            <a:chOff x="-19221" y="251144"/>
            <a:chExt cx="5217958" cy="6239661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1243013"/>
            <a:ext cx="2891790" cy="4371974"/>
          </a:xfrm>
        </p:spPr>
        <p:txBody>
          <a:bodyPr>
            <a:normAutofit/>
          </a:bodyPr>
          <a:lstStyle/>
          <a:p>
            <a:r>
              <a:rPr lang="en-GB" sz="3100" dirty="0">
                <a:solidFill>
                  <a:schemeClr val="tx2"/>
                </a:solidFill>
              </a:rPr>
              <a:t>Dataset: Wine (scikit-learn)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4073" y="804672"/>
            <a:ext cx="4360995" cy="5230368"/>
          </a:xfrm>
        </p:spPr>
        <p:txBody>
          <a:bodyPr anchor="ctr">
            <a:normAutofit/>
          </a:bodyPr>
          <a:lstStyle/>
          <a:p>
            <a:pPr>
              <a:defRPr sz="2400"/>
            </a:pPr>
            <a:r>
              <a:rPr lang="en-GB" sz="2000" dirty="0">
                <a:solidFill>
                  <a:schemeClr val="tx2"/>
                </a:solidFill>
              </a:rPr>
              <a:t>Fonte: </a:t>
            </a:r>
            <a:r>
              <a:rPr lang="en-GB" sz="2000" dirty="0" err="1">
                <a:solidFill>
                  <a:schemeClr val="tx2"/>
                </a:solidFill>
              </a:rPr>
              <a:t>sklearn.datasets.load_wine</a:t>
            </a:r>
            <a:endParaRPr lang="en-GB" sz="2000" dirty="0">
              <a:solidFill>
                <a:schemeClr val="tx2"/>
              </a:solidFill>
            </a:endParaRPr>
          </a:p>
          <a:p>
            <a:pPr>
              <a:defRPr sz="2400"/>
            </a:pPr>
            <a:r>
              <a:rPr lang="en-GB" sz="2000" dirty="0" err="1">
                <a:solidFill>
                  <a:schemeClr val="tx2"/>
                </a:solidFill>
              </a:rPr>
              <a:t>Campioni</a:t>
            </a:r>
            <a:r>
              <a:rPr lang="en-GB" sz="2000" dirty="0">
                <a:solidFill>
                  <a:schemeClr val="tx2"/>
                </a:solidFill>
              </a:rPr>
              <a:t>: 178</a:t>
            </a:r>
          </a:p>
          <a:p>
            <a:pPr>
              <a:defRPr sz="2400"/>
            </a:pPr>
            <a:r>
              <a:rPr lang="en-GB" sz="2000" dirty="0">
                <a:solidFill>
                  <a:schemeClr val="tx2"/>
                </a:solidFill>
              </a:rPr>
              <a:t>Feature: 13 (continue)</a:t>
            </a:r>
          </a:p>
          <a:p>
            <a:pPr>
              <a:defRPr sz="2400"/>
            </a:pPr>
            <a:r>
              <a:rPr lang="en-GB" sz="2000" dirty="0">
                <a:solidFill>
                  <a:schemeClr val="tx2"/>
                </a:solidFill>
              </a:rPr>
              <a:t>Classi: 3</a:t>
            </a:r>
          </a:p>
          <a:p>
            <a:pPr>
              <a:defRPr sz="2000"/>
            </a:pPr>
            <a:r>
              <a:rPr lang="en-GB" sz="2000" dirty="0" err="1">
                <a:solidFill>
                  <a:schemeClr val="tx2"/>
                </a:solidFill>
              </a:rPr>
              <a:t>Esempi</a:t>
            </a:r>
            <a:r>
              <a:rPr lang="en-GB" sz="2000" dirty="0">
                <a:solidFill>
                  <a:schemeClr val="tx2"/>
                </a:solidFill>
              </a:rPr>
              <a:t> feature: alcohol, </a:t>
            </a:r>
            <a:r>
              <a:rPr lang="en-GB" sz="2000" dirty="0" err="1">
                <a:solidFill>
                  <a:schemeClr val="tx2"/>
                </a:solidFill>
              </a:rPr>
              <a:t>malic_acid</a:t>
            </a:r>
            <a:r>
              <a:rPr lang="en-GB" sz="2000" dirty="0">
                <a:solidFill>
                  <a:schemeClr val="tx2"/>
                </a:solidFill>
              </a:rPr>
              <a:t>, </a:t>
            </a:r>
            <a:r>
              <a:rPr lang="en-GB" sz="2000" dirty="0" err="1">
                <a:solidFill>
                  <a:schemeClr val="tx2"/>
                </a:solidFill>
              </a:rPr>
              <a:t>flavanoids</a:t>
            </a:r>
            <a:r>
              <a:rPr lang="en-GB" sz="2000" dirty="0">
                <a:solidFill>
                  <a:schemeClr val="tx2"/>
                </a:solidFill>
              </a:rPr>
              <a:t>, </a:t>
            </a:r>
            <a:r>
              <a:rPr lang="en-GB" sz="2000" dirty="0" err="1">
                <a:solidFill>
                  <a:schemeClr val="tx2"/>
                </a:solidFill>
              </a:rPr>
              <a:t>color_intensity</a:t>
            </a:r>
            <a:r>
              <a:rPr lang="en-GB" sz="2000" dirty="0">
                <a:solidFill>
                  <a:schemeClr val="tx2"/>
                </a:solidFill>
              </a:rPr>
              <a:t>, proline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5491" y="349112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GB" sz="3500" dirty="0">
                <a:solidFill>
                  <a:srgbClr val="FFFFFF"/>
                </a:solidFill>
              </a:rPr>
              <a:t>Workflow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A280B65-411C-F7E9-30F0-C1BD5CF0FB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55234692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6397" y="508838"/>
            <a:ext cx="3913467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1243013"/>
            <a:ext cx="2891790" cy="4371974"/>
          </a:xfrm>
        </p:spPr>
        <p:txBody>
          <a:bodyPr>
            <a:normAutofit/>
          </a:bodyPr>
          <a:lstStyle/>
          <a:p>
            <a:r>
              <a:rPr lang="en-GB" sz="3100">
                <a:solidFill>
                  <a:schemeClr val="tx2"/>
                </a:solidFill>
              </a:rPr>
              <a:t>Pipeline: StandardScaler + modello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29150" y="804672"/>
            <a:ext cx="3915918" cy="5230368"/>
          </a:xfrm>
        </p:spPr>
        <p:txBody>
          <a:bodyPr anchor="ctr">
            <a:normAutofit/>
          </a:bodyPr>
          <a:lstStyle/>
          <a:p>
            <a:pPr>
              <a:defRPr sz="2400"/>
            </a:pPr>
            <a:r>
              <a:rPr lang="en-GB" sz="2000" dirty="0" err="1">
                <a:solidFill>
                  <a:schemeClr val="tx2"/>
                </a:solidFill>
              </a:rPr>
              <a:t>StandardScaler</a:t>
            </a:r>
            <a:r>
              <a:rPr lang="en-GB" sz="2000" dirty="0">
                <a:solidFill>
                  <a:schemeClr val="tx2"/>
                </a:solidFill>
              </a:rPr>
              <a:t> per </a:t>
            </a:r>
            <a:r>
              <a:rPr lang="en-GB" sz="2000" dirty="0" err="1">
                <a:solidFill>
                  <a:schemeClr val="tx2"/>
                </a:solidFill>
              </a:rPr>
              <a:t>portare</a:t>
            </a:r>
            <a:r>
              <a:rPr lang="en-GB" sz="2000" dirty="0">
                <a:solidFill>
                  <a:schemeClr val="tx2"/>
                </a:solidFill>
              </a:rPr>
              <a:t> tutte le feature </a:t>
            </a:r>
            <a:r>
              <a:rPr lang="en-GB" sz="2000" dirty="0" err="1">
                <a:solidFill>
                  <a:schemeClr val="tx2"/>
                </a:solidFill>
              </a:rPr>
              <a:t>su</a:t>
            </a:r>
            <a:r>
              <a:rPr lang="en-GB" sz="2000" dirty="0">
                <a:solidFill>
                  <a:schemeClr val="tx2"/>
                </a:solidFill>
              </a:rPr>
              <a:t> scala </a:t>
            </a:r>
            <a:r>
              <a:rPr lang="en-GB" sz="2000" dirty="0" err="1">
                <a:solidFill>
                  <a:schemeClr val="tx2"/>
                </a:solidFill>
              </a:rPr>
              <a:t>comparabile</a:t>
            </a:r>
            <a:endParaRPr lang="en-GB" sz="2000" dirty="0">
              <a:solidFill>
                <a:schemeClr val="tx2"/>
              </a:solidFill>
            </a:endParaRPr>
          </a:p>
          <a:p>
            <a:pPr>
              <a:defRPr sz="2400"/>
            </a:pPr>
            <a:r>
              <a:rPr lang="en-GB" sz="2000" dirty="0" err="1">
                <a:solidFill>
                  <a:schemeClr val="tx2"/>
                </a:solidFill>
              </a:rPr>
              <a:t>Importante</a:t>
            </a:r>
            <a:r>
              <a:rPr lang="en-GB" sz="2000" dirty="0">
                <a:solidFill>
                  <a:schemeClr val="tx2"/>
                </a:solidFill>
              </a:rPr>
              <a:t> per </a:t>
            </a:r>
            <a:r>
              <a:rPr lang="en-GB" sz="2000" dirty="0" err="1">
                <a:solidFill>
                  <a:schemeClr val="tx2"/>
                </a:solidFill>
              </a:rPr>
              <a:t>modelli</a:t>
            </a:r>
            <a:r>
              <a:rPr lang="en-GB" sz="2000" dirty="0">
                <a:solidFill>
                  <a:schemeClr val="tx2"/>
                </a:solidFill>
              </a:rPr>
              <a:t> </a:t>
            </a:r>
            <a:r>
              <a:rPr lang="en-GB" sz="2000" dirty="0" err="1">
                <a:solidFill>
                  <a:schemeClr val="tx2"/>
                </a:solidFill>
              </a:rPr>
              <a:t>basati</a:t>
            </a:r>
            <a:r>
              <a:rPr lang="en-GB" sz="2000" dirty="0">
                <a:solidFill>
                  <a:schemeClr val="tx2"/>
                </a:solidFill>
              </a:rPr>
              <a:t> </a:t>
            </a:r>
            <a:r>
              <a:rPr lang="en-GB" sz="2000" dirty="0" err="1">
                <a:solidFill>
                  <a:schemeClr val="tx2"/>
                </a:solidFill>
              </a:rPr>
              <a:t>su</a:t>
            </a:r>
            <a:r>
              <a:rPr lang="en-GB" sz="2000" dirty="0">
                <a:solidFill>
                  <a:schemeClr val="tx2"/>
                </a:solidFill>
              </a:rPr>
              <a:t> </a:t>
            </a:r>
            <a:r>
              <a:rPr lang="en-GB" sz="2000" dirty="0" err="1">
                <a:solidFill>
                  <a:schemeClr val="tx2"/>
                </a:solidFill>
              </a:rPr>
              <a:t>distanze</a:t>
            </a:r>
            <a:r>
              <a:rPr lang="en-GB" sz="2000" dirty="0">
                <a:solidFill>
                  <a:schemeClr val="tx2"/>
                </a:solidFill>
              </a:rPr>
              <a:t> (KNN)</a:t>
            </a:r>
          </a:p>
          <a:p>
            <a:pPr>
              <a:defRPr sz="2400"/>
            </a:pPr>
            <a:r>
              <a:rPr lang="en-GB" sz="2000" dirty="0">
                <a:solidFill>
                  <a:schemeClr val="tx2"/>
                </a:solidFill>
              </a:rPr>
              <a:t>Pipeline </a:t>
            </a:r>
            <a:r>
              <a:rPr lang="en-GB" sz="2000" dirty="0" err="1">
                <a:solidFill>
                  <a:schemeClr val="tx2"/>
                </a:solidFill>
              </a:rPr>
              <a:t>evita</a:t>
            </a:r>
            <a:r>
              <a:rPr lang="en-GB" sz="2000" dirty="0">
                <a:solidFill>
                  <a:schemeClr val="tx2"/>
                </a:solidFill>
              </a:rPr>
              <a:t> </a:t>
            </a:r>
            <a:r>
              <a:rPr lang="en-GB" sz="2000" dirty="0" err="1">
                <a:solidFill>
                  <a:schemeClr val="tx2"/>
                </a:solidFill>
              </a:rPr>
              <a:t>errori</a:t>
            </a:r>
            <a:r>
              <a:rPr lang="en-GB" sz="2000" dirty="0">
                <a:solidFill>
                  <a:schemeClr val="tx2"/>
                </a:solidFill>
              </a:rPr>
              <a:t> di preprocessing e </a:t>
            </a:r>
            <a:r>
              <a:rPr lang="en-GB" sz="2000" dirty="0" err="1">
                <a:solidFill>
                  <a:schemeClr val="tx2"/>
                </a:solidFill>
              </a:rPr>
              <a:t>semplifica</a:t>
            </a:r>
            <a:r>
              <a:rPr lang="en-GB" sz="2000" dirty="0">
                <a:solidFill>
                  <a:schemeClr val="tx2"/>
                </a:solidFill>
              </a:rPr>
              <a:t> la CV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>
            <a:normAutofit fontScale="90000"/>
          </a:bodyPr>
          <a:lstStyle/>
          <a:p>
            <a:r>
              <a:rPr dirty="0" err="1">
                <a:solidFill>
                  <a:schemeClr val="tx2"/>
                </a:solidFill>
              </a:rPr>
              <a:t>Modello</a:t>
            </a:r>
            <a:r>
              <a:rPr dirty="0">
                <a:solidFill>
                  <a:schemeClr val="tx2"/>
                </a:solidFill>
              </a:rPr>
              <a:t> 1: K-Nearest Neighbors (KNN)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C0E8E79-9C85-2024-43AF-3CDC378E46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0330317"/>
              </p:ext>
            </p:extLst>
          </p:nvPr>
        </p:nvGraphicFramePr>
        <p:xfrm>
          <a:off x="457200" y="1600200"/>
          <a:ext cx="8229600" cy="25315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17107AC2-AE46-933A-7533-32560B9F018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46174693"/>
              </p:ext>
            </p:extLst>
          </p:nvPr>
        </p:nvGraphicFramePr>
        <p:xfrm>
          <a:off x="1667933" y="4131733"/>
          <a:ext cx="5808133" cy="21468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988DC-0FFD-313B-DB08-ACBA037A4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E102E-5B63-5FC0-3593-7102A64C6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err="1">
                <a:solidFill>
                  <a:schemeClr val="tx2"/>
                </a:solidFill>
              </a:rPr>
              <a:t>Modello</a:t>
            </a:r>
            <a:r>
              <a:rPr lang="en-GB" dirty="0">
                <a:solidFill>
                  <a:schemeClr val="tx2"/>
                </a:solidFill>
              </a:rPr>
              <a:t> 2: Logistic Regression</a:t>
            </a:r>
            <a:endParaRPr dirty="0">
              <a:solidFill>
                <a:schemeClr val="tx2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A49ACCE-5142-196F-3009-D6D0EA8563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5591402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261458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E020063-2385-44AC-BD67-258E1F0B9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E014A0B-5338-4077-AFE9-A90D04D44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4857" y="1342939"/>
            <a:ext cx="3450704" cy="1325880"/>
          </a:xfrm>
        </p:spPr>
        <p:txBody>
          <a:bodyPr anchor="b">
            <a:noAutofit/>
          </a:bodyPr>
          <a:lstStyle/>
          <a:p>
            <a:r>
              <a:rPr lang="en-GB" sz="5400" dirty="0" err="1">
                <a:solidFill>
                  <a:schemeClr val="tx2"/>
                </a:solidFill>
                <a:latin typeface="Baskerville Old Face" panose="02020602080505020303" pitchFamily="18" charset="77"/>
              </a:rPr>
              <a:t>Metriche</a:t>
            </a:r>
            <a:r>
              <a:rPr lang="en-GB" sz="5400" dirty="0">
                <a:solidFill>
                  <a:schemeClr val="tx2"/>
                </a:solidFill>
                <a:latin typeface="Baskerville Old Face" panose="02020602080505020303" pitchFamily="18" charset="77"/>
              </a:rPr>
              <a:t> di </a:t>
            </a:r>
            <a:r>
              <a:rPr lang="en-GB" sz="5400" dirty="0" err="1">
                <a:solidFill>
                  <a:schemeClr val="tx2"/>
                </a:solidFill>
                <a:latin typeface="Baskerville Old Face" panose="02020602080505020303" pitchFamily="18" charset="77"/>
              </a:rPr>
              <a:t>valutazione</a:t>
            </a:r>
            <a:endParaRPr lang="en-GB" sz="5400" dirty="0">
              <a:solidFill>
                <a:schemeClr val="tx2"/>
              </a:solidFill>
              <a:latin typeface="Baskerville Old Face" panose="02020602080505020303" pitchFamily="18" charset="77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8127680-150F-4A90-9950-F66392578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28" y="-1"/>
            <a:ext cx="2521551" cy="2522849"/>
            <a:chOff x="-305" y="-1"/>
            <a:chExt cx="3832880" cy="2876136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088F97A-8362-4967-B664-D748B846E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0F9DEDE-4318-412A-81C5-C8C90F689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9E97DE9-7844-4707-8928-1CD88ADB72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C58954E-44A5-4A0D-97A9-8A2BB43D6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2482" y="315781"/>
            <a:ext cx="3329518" cy="3227626"/>
          </a:xfrm>
        </p:spPr>
        <p:txBody>
          <a:bodyPr anchor="ctr">
            <a:normAutofit/>
          </a:bodyPr>
          <a:lstStyle/>
          <a:p>
            <a:pPr>
              <a:defRPr sz="2400"/>
            </a:pPr>
            <a:r>
              <a:rPr lang="en-GB" sz="1800" dirty="0">
                <a:solidFill>
                  <a:schemeClr val="tx2"/>
                </a:solidFill>
              </a:rPr>
              <a:t>Accuracy</a:t>
            </a:r>
          </a:p>
          <a:p>
            <a:pPr>
              <a:defRPr sz="2400"/>
            </a:pPr>
            <a:r>
              <a:rPr lang="en-GB" sz="1800" dirty="0">
                <a:solidFill>
                  <a:schemeClr val="tx2"/>
                </a:solidFill>
              </a:rPr>
              <a:t>Precision (macro)</a:t>
            </a:r>
          </a:p>
          <a:p>
            <a:pPr>
              <a:defRPr sz="2400"/>
            </a:pPr>
            <a:r>
              <a:rPr lang="en-GB" sz="1800" dirty="0">
                <a:solidFill>
                  <a:schemeClr val="tx2"/>
                </a:solidFill>
              </a:rPr>
              <a:t>Recall (macro)</a:t>
            </a:r>
          </a:p>
          <a:p>
            <a:pPr>
              <a:defRPr sz="2400"/>
            </a:pPr>
            <a:r>
              <a:rPr lang="en-GB" sz="1800" dirty="0">
                <a:solidFill>
                  <a:schemeClr val="tx2"/>
                </a:solidFill>
              </a:rPr>
              <a:t>F1-score (macro)</a:t>
            </a:r>
          </a:p>
          <a:p>
            <a:pPr>
              <a:defRPr sz="2400"/>
            </a:pPr>
            <a:r>
              <a:rPr lang="en-GB" sz="1800" dirty="0">
                <a:solidFill>
                  <a:schemeClr val="tx2"/>
                </a:solidFill>
              </a:rPr>
              <a:t>Macro = media per </a:t>
            </a:r>
            <a:r>
              <a:rPr lang="en-GB" sz="1800" dirty="0" err="1">
                <a:solidFill>
                  <a:schemeClr val="tx2"/>
                </a:solidFill>
              </a:rPr>
              <a:t>classe</a:t>
            </a:r>
            <a:r>
              <a:rPr lang="en-GB" sz="1800" dirty="0">
                <a:solidFill>
                  <a:schemeClr val="tx2"/>
                </a:solidFill>
              </a:rPr>
              <a:t> (utile per </a:t>
            </a:r>
            <a:r>
              <a:rPr lang="en-GB" sz="1800" dirty="0" err="1">
                <a:solidFill>
                  <a:schemeClr val="tx2"/>
                </a:solidFill>
              </a:rPr>
              <a:t>valutazione</a:t>
            </a:r>
            <a:r>
              <a:rPr lang="en-GB" sz="1800" dirty="0">
                <a:solidFill>
                  <a:schemeClr val="tx2"/>
                </a:solidFill>
              </a:rPr>
              <a:t> multi-</a:t>
            </a:r>
            <a:r>
              <a:rPr lang="en-GB" sz="1800" dirty="0" err="1">
                <a:solidFill>
                  <a:schemeClr val="tx2"/>
                </a:solidFill>
              </a:rPr>
              <a:t>classe</a:t>
            </a:r>
            <a:r>
              <a:rPr lang="en-GB" sz="1800" dirty="0">
                <a:solidFill>
                  <a:schemeClr val="tx2"/>
                </a:solidFill>
              </a:rPr>
              <a:t>)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66920E5-8640-4C24-A775-864763709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7370340" y="5084569"/>
            <a:ext cx="2151670" cy="1395192"/>
            <a:chOff x="-305" y="-4155"/>
            <a:chExt cx="2514948" cy="2174333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CBA3142-5A82-43CE-87A2-EB14B17A51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EF5A1C7-9938-4A33-A5A4-2B05353B3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62A936D-E9F6-4A68-82C2-1D1CC7772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68A9229-BBBE-4934-9700-BA72A1BB03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026" name="Picture 2" descr="confusion matrix">
            <a:extLst>
              <a:ext uri="{FF2B5EF4-FFF2-40B4-BE49-F238E27FC236}">
                <a16:creationId xmlns:a16="http://schemas.microsoft.com/office/drawing/2014/main" id="{C301AB18-AD72-08B4-B777-F484FEDB47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546" y="3639815"/>
            <a:ext cx="8024677" cy="2247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0578" y="802955"/>
            <a:ext cx="3733482" cy="1454051"/>
          </a:xfrm>
        </p:spPr>
        <p:txBody>
          <a:bodyPr>
            <a:normAutofit/>
          </a:bodyPr>
          <a:lstStyle/>
          <a:p>
            <a:r>
              <a:rPr lang="en-GB" sz="3100" b="1" dirty="0" err="1">
                <a:solidFill>
                  <a:schemeClr val="tx2"/>
                </a:solidFill>
              </a:rPr>
              <a:t>Risultati</a:t>
            </a:r>
            <a:r>
              <a:rPr lang="en-GB" sz="3100" b="1" dirty="0">
                <a:solidFill>
                  <a:schemeClr val="tx2"/>
                </a:solidFill>
              </a:rPr>
              <a:t> (KNN + Logistic Regression)</a:t>
            </a:r>
          </a:p>
        </p:txBody>
      </p:sp>
      <p:pic>
        <p:nvPicPr>
          <p:cNvPr id="7" name="Graphic 6" descr="Train">
            <a:extLst>
              <a:ext uri="{FF2B5EF4-FFF2-40B4-BE49-F238E27FC236}">
                <a16:creationId xmlns:a16="http://schemas.microsoft.com/office/drawing/2014/main" id="{6EDD23A1-E2C5-9093-F381-D769828E76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9534" y="2230670"/>
            <a:ext cx="2746373" cy="2746373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7930" y="2099314"/>
            <a:ext cx="4195070" cy="1921294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GB" sz="1800" b="1" dirty="0">
                <a:solidFill>
                  <a:schemeClr val="tx2"/>
                </a:solidFill>
              </a:rPr>
              <a:t>KNN (</a:t>
            </a:r>
            <a:r>
              <a:rPr lang="en-GB" sz="1800" b="1" dirty="0" err="1">
                <a:solidFill>
                  <a:schemeClr val="tx2"/>
                </a:solidFill>
              </a:rPr>
              <a:t>GridSearchCV</a:t>
            </a:r>
            <a:r>
              <a:rPr lang="en-GB" sz="1800" b="1" dirty="0">
                <a:solidFill>
                  <a:schemeClr val="tx2"/>
                </a:solidFill>
              </a:rPr>
              <a:t> </a:t>
            </a:r>
            <a:r>
              <a:rPr lang="en-GB" sz="1800" b="1" dirty="0" err="1">
                <a:solidFill>
                  <a:schemeClr val="tx2"/>
                </a:solidFill>
              </a:rPr>
              <a:t>su</a:t>
            </a:r>
            <a:r>
              <a:rPr lang="en-GB" sz="1800" b="1" dirty="0">
                <a:solidFill>
                  <a:schemeClr val="tx2"/>
                </a:solidFill>
              </a:rPr>
              <a:t> train)</a:t>
            </a:r>
            <a:endParaRPr lang="en-GB" sz="1800" dirty="0">
              <a:solidFill>
                <a:schemeClr val="tx2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GB" sz="1600" dirty="0">
                <a:solidFill>
                  <a:schemeClr val="tx2"/>
                </a:solidFill>
              </a:rPr>
              <a:t>Best params: </a:t>
            </a:r>
            <a:r>
              <a:rPr lang="en-GB" sz="1600" dirty="0" err="1">
                <a:solidFill>
                  <a:schemeClr val="tx2"/>
                </a:solidFill>
              </a:rPr>
              <a:t>n_neighbors</a:t>
            </a:r>
            <a:r>
              <a:rPr lang="en-GB" sz="1600" dirty="0">
                <a:solidFill>
                  <a:schemeClr val="tx2"/>
                </a:solidFill>
              </a:rPr>
              <a:t>=4, p=1 (Manhattan), weights=uniform</a:t>
            </a:r>
          </a:p>
          <a:p>
            <a:pPr lvl="1">
              <a:lnSpc>
                <a:spcPct val="90000"/>
              </a:lnSpc>
            </a:pPr>
            <a:r>
              <a:rPr lang="en-GB" sz="1600" dirty="0">
                <a:solidFill>
                  <a:schemeClr val="tx2"/>
                </a:solidFill>
              </a:rPr>
              <a:t>Best CV Accuracy (media fold): </a:t>
            </a:r>
            <a:r>
              <a:rPr lang="en-GB" sz="1600" b="1" dirty="0">
                <a:solidFill>
                  <a:schemeClr val="tx2"/>
                </a:solidFill>
              </a:rPr>
              <a:t>0.9909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976" y="52996"/>
            <a:ext cx="4446455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4FFE8ABE-A807-CD2E-5240-4C955E26366D}"/>
              </a:ext>
            </a:extLst>
          </p:cNvPr>
          <p:cNvSpPr txBox="1"/>
          <p:nvPr/>
        </p:nvSpPr>
        <p:spPr>
          <a:xfrm>
            <a:off x="4612160" y="4020608"/>
            <a:ext cx="4586416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err="1">
                <a:solidFill>
                  <a:schemeClr val="tx2"/>
                </a:solidFill>
              </a:rPr>
              <a:t>Risultati</a:t>
            </a:r>
            <a:r>
              <a:rPr lang="en-GB" b="1" dirty="0">
                <a:solidFill>
                  <a:schemeClr val="tx2"/>
                </a:solidFill>
              </a:rPr>
              <a:t> delle </a:t>
            </a:r>
            <a:r>
              <a:rPr lang="en-GB" b="1" dirty="0" err="1">
                <a:solidFill>
                  <a:schemeClr val="tx2"/>
                </a:solidFill>
              </a:rPr>
              <a:t>metriche</a:t>
            </a:r>
            <a:r>
              <a:rPr lang="en-GB" b="1" dirty="0">
                <a:solidFill>
                  <a:schemeClr val="tx2"/>
                </a:solidFill>
              </a:rPr>
              <a:t>:</a:t>
            </a:r>
          </a:p>
          <a:p>
            <a:pPr marL="742950" marR="0" lvl="1" indent="-285750" algn="l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Accuracy: </a:t>
            </a: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0.9722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742950" marR="0" lvl="1" indent="-285750" algn="l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Precision (macro): </a:t>
            </a: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0.9744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742950" marR="0" lvl="1" indent="-285750" algn="l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Recall (macro): </a:t>
            </a: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0.9770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742950" marR="0" lvl="1" indent="-285750" algn="l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F1-score (macro): </a:t>
            </a: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0.9748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R="0" lvl="0" algn="l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Nota: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metriche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macro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adatte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per multi-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classe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endParaRPr lang="en-GB" dirty="0">
              <a:solidFill>
                <a:schemeClr val="tx2"/>
              </a:solidFill>
            </a:endParaRPr>
          </a:p>
          <a:p>
            <a:endParaRPr lang="en-IT" dirty="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22A94C-4F26-7AD7-1E17-65BB4A672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152" y="136609"/>
            <a:ext cx="7375161" cy="1325563"/>
          </a:xfrm>
        </p:spPr>
        <p:txBody>
          <a:bodyPr anchor="b">
            <a:normAutofit/>
          </a:bodyPr>
          <a:lstStyle/>
          <a:p>
            <a:r>
              <a:rPr lang="en-GB" sz="3600" b="1" dirty="0" err="1">
                <a:solidFill>
                  <a:schemeClr val="tx2"/>
                </a:solidFill>
              </a:rPr>
              <a:t>Salvataggio</a:t>
            </a:r>
            <a:r>
              <a:rPr lang="en-GB" sz="3600" b="1" dirty="0">
                <a:solidFill>
                  <a:schemeClr val="tx2"/>
                </a:solidFill>
              </a:rPr>
              <a:t> </a:t>
            </a:r>
            <a:r>
              <a:rPr lang="en-GB" sz="3600" b="1" dirty="0" err="1">
                <a:solidFill>
                  <a:schemeClr val="tx2"/>
                </a:solidFill>
              </a:rPr>
              <a:t>modelli</a:t>
            </a:r>
            <a:endParaRPr lang="en-IT" sz="3600" b="1" dirty="0">
              <a:solidFill>
                <a:schemeClr val="tx2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17417" y="0"/>
            <a:ext cx="2926583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29921D-10B6-F086-897E-7D26DB2F72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0267" y="2007062"/>
            <a:ext cx="8373533" cy="4289198"/>
          </a:xfrm>
        </p:spPr>
        <p:txBody>
          <a:bodyPr>
            <a:normAutofit fontScale="25000" lnSpcReduction="20000"/>
          </a:bodyPr>
          <a:lstStyle/>
          <a:p>
            <a:pPr>
              <a:lnSpc>
                <a:spcPct val="170000"/>
              </a:lnSpc>
            </a:pPr>
            <a:r>
              <a:rPr lang="en-GB" sz="8000" dirty="0">
                <a:solidFill>
                  <a:schemeClr val="tx2"/>
                </a:solidFill>
              </a:rPr>
              <a:t> </a:t>
            </a:r>
            <a:r>
              <a:rPr lang="en-GB" sz="8000" dirty="0" err="1">
                <a:solidFill>
                  <a:schemeClr val="tx2"/>
                </a:solidFill>
              </a:rPr>
              <a:t>Modelli</a:t>
            </a:r>
            <a:r>
              <a:rPr lang="en-GB" sz="8000" dirty="0">
                <a:solidFill>
                  <a:schemeClr val="tx2"/>
                </a:solidFill>
              </a:rPr>
              <a:t> </a:t>
            </a:r>
            <a:r>
              <a:rPr lang="en-GB" sz="8000" dirty="0" err="1">
                <a:solidFill>
                  <a:schemeClr val="tx2"/>
                </a:solidFill>
              </a:rPr>
              <a:t>salvati</a:t>
            </a:r>
            <a:r>
              <a:rPr lang="en-GB" sz="8000" dirty="0">
                <a:solidFill>
                  <a:schemeClr val="tx2"/>
                </a:solidFill>
              </a:rPr>
              <a:t> con </a:t>
            </a:r>
            <a:r>
              <a:rPr lang="en-GB" sz="8000" b="1" dirty="0" err="1">
                <a:solidFill>
                  <a:schemeClr val="tx2"/>
                </a:solidFill>
              </a:rPr>
              <a:t>joblib</a:t>
            </a:r>
            <a:r>
              <a:rPr lang="en-GB" sz="8000" dirty="0">
                <a:solidFill>
                  <a:schemeClr val="tx2"/>
                </a:solidFill>
              </a:rPr>
              <a:t> per </a:t>
            </a:r>
            <a:r>
              <a:rPr lang="en-GB" sz="8000" dirty="0" err="1">
                <a:solidFill>
                  <a:schemeClr val="tx2"/>
                </a:solidFill>
              </a:rPr>
              <a:t>riuso</a:t>
            </a:r>
            <a:r>
              <a:rPr lang="en-GB" sz="8000" dirty="0">
                <a:solidFill>
                  <a:schemeClr val="tx2"/>
                </a:solidFill>
              </a:rPr>
              <a:t> </a:t>
            </a:r>
          </a:p>
          <a:p>
            <a:pPr>
              <a:lnSpc>
                <a:spcPct val="170000"/>
              </a:lnSpc>
            </a:pPr>
            <a:r>
              <a:rPr lang="en-GB" sz="8000" dirty="0">
                <a:solidFill>
                  <a:schemeClr val="tx2"/>
                </a:solidFill>
              </a:rPr>
              <a:t>Si </a:t>
            </a:r>
            <a:r>
              <a:rPr lang="en-GB" sz="8000" dirty="0" err="1">
                <a:solidFill>
                  <a:schemeClr val="tx2"/>
                </a:solidFill>
              </a:rPr>
              <a:t>salva</a:t>
            </a:r>
            <a:r>
              <a:rPr lang="en-GB" sz="8000" dirty="0">
                <a:solidFill>
                  <a:schemeClr val="tx2"/>
                </a:solidFill>
              </a:rPr>
              <a:t> </a:t>
            </a:r>
            <a:r>
              <a:rPr lang="en-GB" sz="8000" dirty="0" err="1">
                <a:solidFill>
                  <a:schemeClr val="tx2"/>
                </a:solidFill>
              </a:rPr>
              <a:t>l’intera</a:t>
            </a:r>
            <a:r>
              <a:rPr lang="en-GB" sz="8000" dirty="0">
                <a:solidFill>
                  <a:schemeClr val="tx2"/>
                </a:solidFill>
              </a:rPr>
              <a:t> pipeline (scaler + </a:t>
            </a:r>
            <a:r>
              <a:rPr lang="en-GB" sz="8000" dirty="0" err="1">
                <a:solidFill>
                  <a:schemeClr val="tx2"/>
                </a:solidFill>
              </a:rPr>
              <a:t>modello</a:t>
            </a:r>
            <a:r>
              <a:rPr lang="en-GB" sz="8000" dirty="0">
                <a:solidFill>
                  <a:schemeClr val="tx2"/>
                </a:solidFill>
              </a:rPr>
              <a:t>) → </a:t>
            </a:r>
            <a:r>
              <a:rPr lang="en-GB" sz="8000" dirty="0" err="1">
                <a:solidFill>
                  <a:schemeClr val="tx2"/>
                </a:solidFill>
              </a:rPr>
              <a:t>stesso</a:t>
            </a:r>
            <a:r>
              <a:rPr lang="en-GB" sz="8000" dirty="0">
                <a:solidFill>
                  <a:schemeClr val="tx2"/>
                </a:solidFill>
              </a:rPr>
              <a:t> preprocessing in training e </a:t>
            </a:r>
            <a:r>
              <a:rPr lang="en-GB" sz="8000" dirty="0" err="1">
                <a:solidFill>
                  <a:schemeClr val="tx2"/>
                </a:solidFill>
              </a:rPr>
              <a:t>inferenza</a:t>
            </a:r>
            <a:endParaRPr lang="en-GB" sz="8000" dirty="0">
              <a:solidFill>
                <a:schemeClr val="tx2"/>
              </a:solidFill>
            </a:endParaRPr>
          </a:p>
          <a:p>
            <a:pPr>
              <a:lnSpc>
                <a:spcPct val="170000"/>
              </a:lnSpc>
            </a:pPr>
            <a:r>
              <a:rPr lang="en-GB" sz="8000" dirty="0" err="1">
                <a:solidFill>
                  <a:schemeClr val="tx2"/>
                </a:solidFill>
              </a:rPr>
              <a:t>Artefatti</a:t>
            </a:r>
            <a:r>
              <a:rPr lang="en-GB" sz="8000" dirty="0">
                <a:solidFill>
                  <a:schemeClr val="tx2"/>
                </a:solidFill>
              </a:rPr>
              <a:t> </a:t>
            </a:r>
            <a:r>
              <a:rPr lang="en-GB" sz="8000" dirty="0" err="1">
                <a:solidFill>
                  <a:schemeClr val="tx2"/>
                </a:solidFill>
              </a:rPr>
              <a:t>salvati</a:t>
            </a:r>
            <a:r>
              <a:rPr lang="en-GB" sz="8000" dirty="0">
                <a:solidFill>
                  <a:schemeClr val="tx2"/>
                </a:solidFill>
              </a:rPr>
              <a:t>:</a:t>
            </a:r>
          </a:p>
          <a:p>
            <a:pPr lvl="1">
              <a:lnSpc>
                <a:spcPct val="170000"/>
              </a:lnSpc>
            </a:pPr>
            <a:r>
              <a:rPr lang="en-GB" sz="8000" dirty="0" err="1">
                <a:solidFill>
                  <a:schemeClr val="tx2"/>
                </a:solidFill>
              </a:rPr>
              <a:t>mlr_model_pipe.joblib</a:t>
            </a:r>
            <a:r>
              <a:rPr lang="en-GB" sz="8000" dirty="0">
                <a:solidFill>
                  <a:schemeClr val="tx2"/>
                </a:solidFill>
              </a:rPr>
              <a:t> (Pipeline Logistic Regression)</a:t>
            </a:r>
          </a:p>
          <a:p>
            <a:pPr lvl="1">
              <a:lnSpc>
                <a:spcPct val="170000"/>
              </a:lnSpc>
            </a:pPr>
            <a:r>
              <a:rPr lang="en-GB" sz="8000" dirty="0" err="1">
                <a:solidFill>
                  <a:schemeClr val="tx2"/>
                </a:solidFill>
              </a:rPr>
              <a:t>knn_model_pipe.joblib</a:t>
            </a:r>
            <a:r>
              <a:rPr lang="en-GB" sz="8000" dirty="0">
                <a:solidFill>
                  <a:schemeClr val="tx2"/>
                </a:solidFill>
              </a:rPr>
              <a:t> (Pipeline KNN)</a:t>
            </a:r>
          </a:p>
          <a:p>
            <a:pPr lvl="1">
              <a:lnSpc>
                <a:spcPct val="170000"/>
              </a:lnSpc>
            </a:pPr>
            <a:r>
              <a:rPr lang="en-GB" sz="8000" dirty="0" err="1">
                <a:solidFill>
                  <a:schemeClr val="tx2"/>
                </a:solidFill>
              </a:rPr>
              <a:t>columns.joblib</a:t>
            </a:r>
            <a:r>
              <a:rPr lang="en-GB" sz="8000" dirty="0">
                <a:solidFill>
                  <a:schemeClr val="tx2"/>
                </a:solidFill>
              </a:rPr>
              <a:t> (</a:t>
            </a:r>
            <a:r>
              <a:rPr lang="en-GB" sz="8000" dirty="0" err="1">
                <a:solidFill>
                  <a:schemeClr val="tx2"/>
                </a:solidFill>
              </a:rPr>
              <a:t>ordine</a:t>
            </a:r>
            <a:r>
              <a:rPr lang="en-GB" sz="8000" dirty="0">
                <a:solidFill>
                  <a:schemeClr val="tx2"/>
                </a:solidFill>
              </a:rPr>
              <a:t>/</a:t>
            </a:r>
            <a:r>
              <a:rPr lang="en-GB" sz="8000" dirty="0" err="1">
                <a:solidFill>
                  <a:schemeClr val="tx2"/>
                </a:solidFill>
              </a:rPr>
              <a:t>nomi</a:t>
            </a:r>
            <a:r>
              <a:rPr lang="en-GB" sz="8000" dirty="0">
                <a:solidFill>
                  <a:schemeClr val="tx2"/>
                </a:solidFill>
              </a:rPr>
              <a:t> feature </a:t>
            </a:r>
            <a:r>
              <a:rPr lang="en-GB" sz="8000" dirty="0" err="1">
                <a:solidFill>
                  <a:schemeClr val="tx2"/>
                </a:solidFill>
              </a:rPr>
              <a:t>attesi</a:t>
            </a:r>
            <a:r>
              <a:rPr lang="en-GB" sz="8000" dirty="0">
                <a:solidFill>
                  <a:schemeClr val="tx2"/>
                </a:solidFill>
              </a:rPr>
              <a:t> dal </a:t>
            </a:r>
            <a:r>
              <a:rPr lang="en-GB" sz="8000" dirty="0" err="1">
                <a:solidFill>
                  <a:schemeClr val="tx2"/>
                </a:solidFill>
              </a:rPr>
              <a:t>modello</a:t>
            </a:r>
            <a:r>
              <a:rPr lang="en-GB" sz="8000" dirty="0">
                <a:solidFill>
                  <a:schemeClr val="tx2"/>
                </a:solidFill>
              </a:rPr>
              <a:t>)</a:t>
            </a:r>
          </a:p>
          <a:p>
            <a:pPr>
              <a:lnSpc>
                <a:spcPct val="170000"/>
              </a:lnSpc>
            </a:pPr>
            <a:r>
              <a:rPr lang="en-GB" sz="8000" dirty="0" err="1">
                <a:solidFill>
                  <a:schemeClr val="tx2"/>
                </a:solidFill>
              </a:rPr>
              <a:t>Beneficio</a:t>
            </a:r>
            <a:r>
              <a:rPr lang="en-GB" sz="8000" dirty="0">
                <a:solidFill>
                  <a:schemeClr val="tx2"/>
                </a:solidFill>
              </a:rPr>
              <a:t>: deploy </a:t>
            </a:r>
            <a:r>
              <a:rPr lang="en-GB" sz="8000" dirty="0" err="1">
                <a:solidFill>
                  <a:schemeClr val="tx2"/>
                </a:solidFill>
              </a:rPr>
              <a:t>più</a:t>
            </a:r>
            <a:r>
              <a:rPr lang="en-GB" sz="8000" dirty="0">
                <a:solidFill>
                  <a:schemeClr val="tx2"/>
                </a:solidFill>
              </a:rPr>
              <a:t> semplice e </a:t>
            </a:r>
            <a:r>
              <a:rPr lang="en-GB" sz="8000" dirty="0" err="1">
                <a:solidFill>
                  <a:schemeClr val="tx2"/>
                </a:solidFill>
              </a:rPr>
              <a:t>meno</a:t>
            </a:r>
            <a:r>
              <a:rPr lang="en-GB" sz="8000" dirty="0">
                <a:solidFill>
                  <a:schemeClr val="tx2"/>
                </a:solidFill>
              </a:rPr>
              <a:t> bug (feature order + scaling </a:t>
            </a:r>
            <a:r>
              <a:rPr lang="en-GB" sz="8000" dirty="0" err="1">
                <a:solidFill>
                  <a:schemeClr val="tx2"/>
                </a:solidFill>
              </a:rPr>
              <a:t>coerenti</a:t>
            </a:r>
            <a:r>
              <a:rPr lang="en-GB" sz="8000" dirty="0">
                <a:solidFill>
                  <a:schemeClr val="tx2"/>
                </a:solidFill>
              </a:rPr>
              <a:t>).</a:t>
            </a:r>
          </a:p>
          <a:p>
            <a:pPr>
              <a:lnSpc>
                <a:spcPct val="170000"/>
              </a:lnSpc>
            </a:pPr>
            <a:endParaRPr lang="en-IT" sz="1600" dirty="0">
              <a:solidFill>
                <a:schemeClr val="tx2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174211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498602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F2C8B-FD16-AC20-F49C-822C7C493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 err="1">
                <a:solidFill>
                  <a:schemeClr val="tx2"/>
                </a:solidFill>
              </a:rPr>
              <a:t>Architettura</a:t>
            </a:r>
            <a:r>
              <a:rPr lang="en-GB" b="1" dirty="0">
                <a:solidFill>
                  <a:schemeClr val="tx2"/>
                </a:solidFill>
              </a:rPr>
              <a:t> API di </a:t>
            </a:r>
            <a:r>
              <a:rPr lang="en-GB" b="1" dirty="0" err="1">
                <a:solidFill>
                  <a:schemeClr val="tx2"/>
                </a:solidFill>
              </a:rPr>
              <a:t>inferenza</a:t>
            </a:r>
            <a:endParaRPr lang="en-IT" b="1" dirty="0">
              <a:solidFill>
                <a:schemeClr val="tx2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5DE8510-8FC3-C0F7-B7F7-D3B597A84A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79843239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0300554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30693-F870-99BD-F6E2-EA612DE4F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>
                <a:solidFill>
                  <a:schemeClr val="tx2"/>
                </a:solidFill>
              </a:rPr>
              <a:t>API endpoints</a:t>
            </a:r>
            <a:endParaRPr lang="en-IT" b="1" dirty="0">
              <a:solidFill>
                <a:schemeClr val="tx2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6620A49-107B-36A1-79C9-B5A282F958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10711588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635172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70E390-1A84-C4F2-A190-2CE3D7D72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8176" y="481865"/>
            <a:ext cx="7027647" cy="772777"/>
          </a:xfrm>
        </p:spPr>
        <p:txBody>
          <a:bodyPr anchor="b">
            <a:normAutofit/>
          </a:bodyPr>
          <a:lstStyle/>
          <a:p>
            <a:r>
              <a:rPr lang="en-GB" sz="4000" b="1" dirty="0">
                <a:solidFill>
                  <a:schemeClr val="tx2"/>
                </a:solidFill>
              </a:rPr>
              <a:t>Container Docker per deploy</a:t>
            </a:r>
            <a:endParaRPr lang="en-IT" sz="4000" b="1" dirty="0">
              <a:solidFill>
                <a:schemeClr val="tx2"/>
              </a:solidFill>
            </a:endParaRPr>
          </a:p>
        </p:txBody>
      </p:sp>
      <p:pic>
        <p:nvPicPr>
          <p:cNvPr id="7" name="Graphic 6" descr="Web Design">
            <a:extLst>
              <a:ext uri="{FF2B5EF4-FFF2-40B4-BE49-F238E27FC236}">
                <a16:creationId xmlns:a16="http://schemas.microsoft.com/office/drawing/2014/main" id="{711FC1C3-6D93-94AD-2D67-F04D7D70AF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0452" y="1975438"/>
            <a:ext cx="2907124" cy="290712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FED167-F517-F275-F786-7732BFE0AC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6200" y="1759590"/>
            <a:ext cx="4627348" cy="3843768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GB" sz="2000" b="1" dirty="0">
                <a:solidFill>
                  <a:schemeClr val="tx2"/>
                </a:solidFill>
              </a:rPr>
              <a:t>Workflow </a:t>
            </a:r>
            <a:r>
              <a:rPr lang="en-GB" sz="2000" b="1" dirty="0" err="1">
                <a:solidFill>
                  <a:schemeClr val="tx2"/>
                </a:solidFill>
              </a:rPr>
              <a:t>Dockerfile</a:t>
            </a:r>
            <a:r>
              <a:rPr lang="en-GB" sz="2000" b="1" dirty="0">
                <a:solidFill>
                  <a:schemeClr val="tx2"/>
                </a:solidFill>
              </a:rPr>
              <a:t>:</a:t>
            </a:r>
            <a:endParaRPr lang="en-GB" sz="2000" dirty="0">
              <a:solidFill>
                <a:schemeClr val="tx2"/>
              </a:solidFill>
            </a:endParaRPr>
          </a:p>
          <a:p>
            <a:r>
              <a:rPr lang="en-GB" sz="2000" dirty="0">
                <a:solidFill>
                  <a:schemeClr val="tx2"/>
                </a:solidFill>
              </a:rPr>
              <a:t> </a:t>
            </a:r>
            <a:r>
              <a:rPr lang="en-GB" sz="2000" b="1" dirty="0">
                <a:solidFill>
                  <a:schemeClr val="tx2"/>
                </a:solidFill>
              </a:rPr>
              <a:t>Base image:</a:t>
            </a:r>
            <a:r>
              <a:rPr lang="en-GB" sz="2000" dirty="0">
                <a:solidFill>
                  <a:schemeClr val="tx2"/>
                </a:solidFill>
              </a:rPr>
              <a:t> python:3.12-slim</a:t>
            </a:r>
          </a:p>
          <a:p>
            <a:r>
              <a:rPr lang="en-GB" sz="2000" dirty="0">
                <a:solidFill>
                  <a:schemeClr val="tx2"/>
                </a:solidFill>
              </a:rPr>
              <a:t>set WORKDIR /app</a:t>
            </a:r>
          </a:p>
          <a:p>
            <a:r>
              <a:rPr lang="en-GB" sz="2000" dirty="0">
                <a:solidFill>
                  <a:schemeClr val="tx2"/>
                </a:solidFill>
              </a:rPr>
              <a:t>install </a:t>
            </a:r>
            <a:r>
              <a:rPr lang="en-GB" sz="2000" dirty="0" err="1">
                <a:solidFill>
                  <a:schemeClr val="tx2"/>
                </a:solidFill>
              </a:rPr>
              <a:t>dipendenze</a:t>
            </a:r>
            <a:r>
              <a:rPr lang="en-GB" sz="2000" dirty="0">
                <a:solidFill>
                  <a:schemeClr val="tx2"/>
                </a:solidFill>
              </a:rPr>
              <a:t> da </a:t>
            </a:r>
            <a:r>
              <a:rPr lang="en-GB" sz="2000" dirty="0" err="1">
                <a:solidFill>
                  <a:schemeClr val="tx2"/>
                </a:solidFill>
              </a:rPr>
              <a:t>requirements.txt</a:t>
            </a:r>
            <a:endParaRPr lang="en-GB" sz="2000" dirty="0">
              <a:solidFill>
                <a:schemeClr val="tx2"/>
              </a:solidFill>
            </a:endParaRPr>
          </a:p>
          <a:p>
            <a:r>
              <a:rPr lang="en-GB" sz="2000" dirty="0" err="1">
                <a:solidFill>
                  <a:schemeClr val="tx2"/>
                </a:solidFill>
              </a:rPr>
              <a:t>copia</a:t>
            </a:r>
            <a:r>
              <a:rPr lang="en-GB" sz="2000" dirty="0">
                <a:solidFill>
                  <a:schemeClr val="tx2"/>
                </a:solidFill>
              </a:rPr>
              <a:t> </a:t>
            </a:r>
            <a:r>
              <a:rPr lang="en-GB" sz="2000" dirty="0" err="1">
                <a:solidFill>
                  <a:schemeClr val="tx2"/>
                </a:solidFill>
              </a:rPr>
              <a:t>codice</a:t>
            </a:r>
            <a:r>
              <a:rPr lang="en-GB" sz="2000" dirty="0">
                <a:solidFill>
                  <a:schemeClr val="tx2"/>
                </a:solidFill>
              </a:rPr>
              <a:t> + </a:t>
            </a:r>
            <a:r>
              <a:rPr lang="en-GB" sz="2000" dirty="0" err="1">
                <a:solidFill>
                  <a:schemeClr val="tx2"/>
                </a:solidFill>
              </a:rPr>
              <a:t>modelli</a:t>
            </a:r>
            <a:endParaRPr lang="en-GB" sz="2000" dirty="0">
              <a:solidFill>
                <a:schemeClr val="tx2"/>
              </a:solidFill>
            </a:endParaRPr>
          </a:p>
          <a:p>
            <a:r>
              <a:rPr lang="en-GB" sz="2000" dirty="0">
                <a:solidFill>
                  <a:schemeClr val="tx2"/>
                </a:solidFill>
              </a:rPr>
              <a:t>EXPOSE 8001</a:t>
            </a:r>
          </a:p>
          <a:p>
            <a:r>
              <a:rPr lang="en-GB" sz="2000" dirty="0" err="1">
                <a:solidFill>
                  <a:schemeClr val="tx2"/>
                </a:solidFill>
              </a:rPr>
              <a:t>avvio</a:t>
            </a:r>
            <a:r>
              <a:rPr lang="en-GB" sz="2000" dirty="0">
                <a:solidFill>
                  <a:schemeClr val="tx2"/>
                </a:solidFill>
              </a:rPr>
              <a:t> con </a:t>
            </a:r>
            <a:r>
              <a:rPr lang="en-GB" sz="2000" dirty="0" err="1">
                <a:solidFill>
                  <a:schemeClr val="tx2"/>
                </a:solidFill>
              </a:rPr>
              <a:t>uvicorn</a:t>
            </a:r>
            <a:r>
              <a:rPr lang="en-GB" sz="2000" dirty="0">
                <a:solidFill>
                  <a:schemeClr val="tx2"/>
                </a:solidFill>
              </a:rPr>
              <a:t> </a:t>
            </a:r>
            <a:r>
              <a:rPr lang="en-GB" sz="2000" dirty="0" err="1">
                <a:solidFill>
                  <a:schemeClr val="tx2"/>
                </a:solidFill>
              </a:rPr>
              <a:t>su</a:t>
            </a:r>
            <a:r>
              <a:rPr lang="en-GB" sz="2000" dirty="0">
                <a:solidFill>
                  <a:schemeClr val="tx2"/>
                </a:solidFill>
              </a:rPr>
              <a:t> 0.0.0.0:8001</a:t>
            </a:r>
          </a:p>
          <a:p>
            <a:endParaRPr lang="en-GB" sz="20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GB" sz="2000" dirty="0" err="1">
                <a:solidFill>
                  <a:schemeClr val="tx2"/>
                </a:solidFill>
              </a:rPr>
              <a:t>Obiettivo</a:t>
            </a:r>
            <a:r>
              <a:rPr lang="en-GB" sz="2000" dirty="0">
                <a:solidFill>
                  <a:schemeClr val="tx2"/>
                </a:solidFill>
              </a:rPr>
              <a:t>: </a:t>
            </a:r>
            <a:r>
              <a:rPr lang="en-GB" sz="2000" dirty="0" err="1">
                <a:solidFill>
                  <a:schemeClr val="tx2"/>
                </a:solidFill>
              </a:rPr>
              <a:t>ambiente</a:t>
            </a:r>
            <a:r>
              <a:rPr lang="en-GB" sz="2000" dirty="0">
                <a:solidFill>
                  <a:schemeClr val="tx2"/>
                </a:solidFill>
              </a:rPr>
              <a:t> </a:t>
            </a:r>
            <a:r>
              <a:rPr lang="en-GB" sz="2000" dirty="0" err="1">
                <a:solidFill>
                  <a:schemeClr val="tx2"/>
                </a:solidFill>
              </a:rPr>
              <a:t>riproducibile</a:t>
            </a:r>
            <a:r>
              <a:rPr lang="en-GB" sz="2000" dirty="0">
                <a:solidFill>
                  <a:schemeClr val="tx2"/>
                </a:solidFill>
              </a:rPr>
              <a:t> e deploy facile.</a:t>
            </a:r>
          </a:p>
          <a:p>
            <a:endParaRPr lang="en-IT" sz="17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9144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28950" y="6400799"/>
            <a:ext cx="611504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259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1070</TotalTime>
  <Words>511</Words>
  <Application>Microsoft Macintosh PowerPoint</Application>
  <PresentationFormat>On-screen Show (4:3)</PresentationFormat>
  <Paragraphs>79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Arial</vt:lpstr>
      <vt:lpstr>Baskerville Old Face</vt:lpstr>
      <vt:lpstr>Calibri</vt:lpstr>
      <vt:lpstr>Office Theme</vt:lpstr>
      <vt:lpstr>Classificazione Wine</vt:lpstr>
      <vt:lpstr>Obiettivo</vt:lpstr>
      <vt:lpstr>Dataset: Wine (scikit-learn)</vt:lpstr>
      <vt:lpstr>Workflow</vt:lpstr>
      <vt:lpstr>Pipeline: StandardScaler + modello</vt:lpstr>
      <vt:lpstr>Modello 1: K-Nearest Neighbors (KNN)</vt:lpstr>
      <vt:lpstr>Modello 2: Logistic Regression</vt:lpstr>
      <vt:lpstr>Metriche di valutazione</vt:lpstr>
      <vt:lpstr>Risultati (KNN + Logistic Regression)</vt:lpstr>
      <vt:lpstr>Salvataggio modelli</vt:lpstr>
      <vt:lpstr>Architettura API di inferenza</vt:lpstr>
      <vt:lpstr>API endpoints</vt:lpstr>
      <vt:lpstr>Container Docker per deploy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Claudia Nepa</cp:lastModifiedBy>
  <cp:revision>4</cp:revision>
  <dcterms:created xsi:type="dcterms:W3CDTF">2013-01-27T09:14:16Z</dcterms:created>
  <dcterms:modified xsi:type="dcterms:W3CDTF">2026-04-29T08:57:38Z</dcterms:modified>
  <cp:category/>
</cp:coreProperties>
</file>